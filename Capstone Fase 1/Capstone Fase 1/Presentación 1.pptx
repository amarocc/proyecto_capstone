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60" r:id="rId3"/>
    <p:sldId id="267" r:id="rId4"/>
    <p:sldId id="261" r:id="rId5"/>
    <p:sldId id="262" r:id="rId6"/>
    <p:sldId id="263" r:id="rId7"/>
    <p:sldId id="258" r:id="rId8"/>
    <p:sldId id="264" r:id="rId9"/>
    <p:sldId id="265" r:id="rId10"/>
    <p:sldId id="266" r:id="rId11"/>
    <p:sldId id="259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F81E1-99A3-9CA2-57B0-90124975E681}" v="54" dt="2026-09-03T14:13:15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ALEJANDRO LUARTE MORALES" userId="S::se.luarte@duocuc.cl::15ee5322-ebfc-45cd-988f-df499a4cf7af" providerId="AD" clId="Web-{7D7EEF08-4391-FA86-3438-2DAF9B0171CD}"/>
    <pc:docChg chg="modSld">
      <pc:chgData name="SEBASTIAN ALEJANDRO LUARTE MORALES" userId="S::se.luarte@duocuc.cl::15ee5322-ebfc-45cd-988f-df499a4cf7af" providerId="AD" clId="Web-{7D7EEF08-4391-FA86-3438-2DAF9B0171CD}" dt="2026-08-20T12:48:24.072" v="14" actId="20577"/>
      <pc:docMkLst>
        <pc:docMk/>
      </pc:docMkLst>
      <pc:sldChg chg="modSp">
        <pc:chgData name="SEBASTIAN ALEJANDRO LUARTE MORALES" userId="S::se.luarte@duocuc.cl::15ee5322-ebfc-45cd-988f-df499a4cf7af" providerId="AD" clId="Web-{7D7EEF08-4391-FA86-3438-2DAF9B0171CD}" dt="2026-08-20T12:48:24.072" v="14" actId="20577"/>
        <pc:sldMkLst>
          <pc:docMk/>
          <pc:sldMk cId="0" sldId="256"/>
        </pc:sldMkLst>
        <pc:spChg chg="mod">
          <ac:chgData name="SEBASTIAN ALEJANDRO LUARTE MORALES" userId="S::se.luarte@duocuc.cl::15ee5322-ebfc-45cd-988f-df499a4cf7af" providerId="AD" clId="Web-{7D7EEF08-4391-FA86-3438-2DAF9B0171CD}" dt="2026-08-20T12:48:24.072" v="14" actId="20577"/>
          <ac:spMkLst>
            <pc:docMk/>
            <pc:sldMk cId="0" sldId="256"/>
            <ac:spMk id="75" creationId="{00000000-0000-0000-0000-000000000000}"/>
          </ac:spMkLst>
        </pc:spChg>
      </pc:sldChg>
    </pc:docChg>
  </pc:docChgLst>
  <pc:docChgLst>
    <pc:chgData name="SEBASTIAN ALEJANDRO LUARTE MORALES" userId="S::se.luarte@duocuc.cl::15ee5322-ebfc-45cd-988f-df499a4cf7af" providerId="AD" clId="Web-{6936C710-3C7B-5B1A-E95A-B5D3A476755F}"/>
    <pc:docChg chg="addSld delSld modSld sldOrd">
      <pc:chgData name="SEBASTIAN ALEJANDRO LUARTE MORALES" userId="S::se.luarte@duocuc.cl::15ee5322-ebfc-45cd-988f-df499a4cf7af" providerId="AD" clId="Web-{6936C710-3C7B-5B1A-E95A-B5D3A476755F}" dt="2026-08-19T23:33:27.462" v="152" actId="14100"/>
      <pc:docMkLst>
        <pc:docMk/>
      </pc:docMkLst>
      <pc:sldChg chg="modSp">
        <pc:chgData name="SEBASTIAN ALEJANDRO LUARTE MORALES" userId="S::se.luarte@duocuc.cl::15ee5322-ebfc-45cd-988f-df499a4cf7af" providerId="AD" clId="Web-{6936C710-3C7B-5B1A-E95A-B5D3A476755F}" dt="2026-08-19T23:06:39.078" v="28" actId="20577"/>
        <pc:sldMkLst>
          <pc:docMk/>
          <pc:sldMk cId="0" sldId="256"/>
        </pc:sldMkLst>
        <pc:spChg chg="mod">
          <ac:chgData name="SEBASTIAN ALEJANDRO LUARTE MORALES" userId="S::se.luarte@duocuc.cl::15ee5322-ebfc-45cd-988f-df499a4cf7af" providerId="AD" clId="Web-{6936C710-3C7B-5B1A-E95A-B5D3A476755F}" dt="2026-08-19T23:05:49.138" v="20" actId="20577"/>
          <ac:spMkLst>
            <pc:docMk/>
            <pc:sldMk cId="0" sldId="256"/>
            <ac:spMk id="74" creationId="{00000000-0000-0000-0000-000000000000}"/>
          </ac:spMkLst>
        </pc:spChg>
        <pc:spChg chg="mod">
          <ac:chgData name="SEBASTIAN ALEJANDRO LUARTE MORALES" userId="S::se.luarte@duocuc.cl::15ee5322-ebfc-45cd-988f-df499a4cf7af" providerId="AD" clId="Web-{6936C710-3C7B-5B1A-E95A-B5D3A476755F}" dt="2026-08-19T23:06:39.078" v="28" actId="20577"/>
          <ac:spMkLst>
            <pc:docMk/>
            <pc:sldMk cId="0" sldId="256"/>
            <ac:spMk id="75" creationId="{00000000-0000-0000-0000-000000000000}"/>
          </ac:spMkLst>
        </pc:spChg>
      </pc:sldChg>
      <pc:sldChg chg="addSp delSp modSp ord delAnim">
        <pc:chgData name="SEBASTIAN ALEJANDRO LUARTE MORALES" userId="S::se.luarte@duocuc.cl::15ee5322-ebfc-45cd-988f-df499a4cf7af" providerId="AD" clId="Web-{6936C710-3C7B-5B1A-E95A-B5D3A476755F}" dt="2026-08-19T23:27:33.698" v="118" actId="20577"/>
        <pc:sldMkLst>
          <pc:docMk/>
          <pc:sldMk cId="0" sldId="258"/>
        </pc:sldMkLst>
        <pc:spChg chg="add mod">
          <ac:chgData name="SEBASTIAN ALEJANDRO LUARTE MORALES" userId="S::se.luarte@duocuc.cl::15ee5322-ebfc-45cd-988f-df499a4cf7af" providerId="AD" clId="Web-{6936C710-3C7B-5B1A-E95A-B5D3A476755F}" dt="2026-08-19T23:27:33.698" v="118" actId="20577"/>
          <ac:spMkLst>
            <pc:docMk/>
            <pc:sldMk cId="0" sldId="258"/>
            <ac:spMk id="2" creationId="{106CB0CF-4AF8-BC34-CA11-5426D6BF8915}"/>
          </ac:spMkLst>
        </pc:spChg>
        <pc:spChg chg="mod">
          <ac:chgData name="SEBASTIAN ALEJANDRO LUARTE MORALES" userId="S::se.luarte@duocuc.cl::15ee5322-ebfc-45cd-988f-df499a4cf7af" providerId="AD" clId="Web-{6936C710-3C7B-5B1A-E95A-B5D3A476755F}" dt="2026-08-19T23:27:05.572" v="95" actId="20577"/>
          <ac:spMkLst>
            <pc:docMk/>
            <pc:sldMk cId="0" sldId="258"/>
            <ac:spMk id="86" creationId="{00000000-0000-0000-0000-000000000000}"/>
          </ac:spMkLst>
        </pc:spChg>
      </pc:sldChg>
      <pc:sldChg chg="addSp modSp new">
        <pc:chgData name="SEBASTIAN ALEJANDRO LUARTE MORALES" userId="S::se.luarte@duocuc.cl::15ee5322-ebfc-45cd-988f-df499a4cf7af" providerId="AD" clId="Web-{6936C710-3C7B-5B1A-E95A-B5D3A476755F}" dt="2026-08-19T23:23:26.844" v="49" actId="20577"/>
        <pc:sldMkLst>
          <pc:docMk/>
          <pc:sldMk cId="2935407007" sldId="260"/>
        </pc:sldMkLst>
        <pc:spChg chg="mod">
          <ac:chgData name="SEBASTIAN ALEJANDRO LUARTE MORALES" userId="S::se.luarte@duocuc.cl::15ee5322-ebfc-45cd-988f-df499a4cf7af" providerId="AD" clId="Web-{6936C710-3C7B-5B1A-E95A-B5D3A476755F}" dt="2026-08-19T23:23:00.999" v="40" actId="20577"/>
          <ac:spMkLst>
            <pc:docMk/>
            <pc:sldMk cId="2935407007" sldId="260"/>
            <ac:spMk id="2" creationId="{F1BACD24-87E9-9722-1EA6-5459CFED3ACD}"/>
          </ac:spMkLst>
        </pc:spChg>
        <pc:spChg chg="add mod">
          <ac:chgData name="SEBASTIAN ALEJANDRO LUARTE MORALES" userId="S::se.luarte@duocuc.cl::15ee5322-ebfc-45cd-988f-df499a4cf7af" providerId="AD" clId="Web-{6936C710-3C7B-5B1A-E95A-B5D3A476755F}" dt="2026-08-19T23:23:26.844" v="49" actId="20577"/>
          <ac:spMkLst>
            <pc:docMk/>
            <pc:sldMk cId="2935407007" sldId="260"/>
            <ac:spMk id="3" creationId="{AF00062E-4695-2997-2ED4-604135385582}"/>
          </ac:spMkLst>
        </pc:spChg>
      </pc:sldChg>
      <pc:sldChg chg="addSp modSp new">
        <pc:chgData name="SEBASTIAN ALEJANDRO LUARTE MORALES" userId="S::se.luarte@duocuc.cl::15ee5322-ebfc-45cd-988f-df499a4cf7af" providerId="AD" clId="Web-{6936C710-3C7B-5B1A-E95A-B5D3A476755F}" dt="2026-08-19T23:24:14.580" v="59" actId="20577"/>
        <pc:sldMkLst>
          <pc:docMk/>
          <pc:sldMk cId="4133833237" sldId="261"/>
        </pc:sldMkLst>
        <pc:spChg chg="mod">
          <ac:chgData name="SEBASTIAN ALEJANDRO LUARTE MORALES" userId="S::se.luarte@duocuc.cl::15ee5322-ebfc-45cd-988f-df499a4cf7af" providerId="AD" clId="Web-{6936C710-3C7B-5B1A-E95A-B5D3A476755F}" dt="2026-08-19T23:23:42.267" v="51" actId="20577"/>
          <ac:spMkLst>
            <pc:docMk/>
            <pc:sldMk cId="4133833237" sldId="261"/>
            <ac:spMk id="2" creationId="{33DDB69D-634B-B21C-5CC0-87D3F4C3527E}"/>
          </ac:spMkLst>
        </pc:spChg>
        <pc:spChg chg="add mod">
          <ac:chgData name="SEBASTIAN ALEJANDRO LUARTE MORALES" userId="S::se.luarte@duocuc.cl::15ee5322-ebfc-45cd-988f-df499a4cf7af" providerId="AD" clId="Web-{6936C710-3C7B-5B1A-E95A-B5D3A476755F}" dt="2026-08-19T23:24:14.580" v="59" actId="20577"/>
          <ac:spMkLst>
            <pc:docMk/>
            <pc:sldMk cId="4133833237" sldId="261"/>
            <ac:spMk id="3" creationId="{81B02154-796E-3C66-019E-0C14AA81B597}"/>
          </ac:spMkLst>
        </pc:spChg>
      </pc:sldChg>
      <pc:sldChg chg="addSp modSp new">
        <pc:chgData name="SEBASTIAN ALEJANDRO LUARTE MORALES" userId="S::se.luarte@duocuc.cl::15ee5322-ebfc-45cd-988f-df499a4cf7af" providerId="AD" clId="Web-{6936C710-3C7B-5B1A-E95A-B5D3A476755F}" dt="2026-08-19T23:24:46.504" v="70" actId="20577"/>
        <pc:sldMkLst>
          <pc:docMk/>
          <pc:sldMk cId="3536976449" sldId="262"/>
        </pc:sldMkLst>
        <pc:spChg chg="mod">
          <ac:chgData name="SEBASTIAN ALEJANDRO LUARTE MORALES" userId="S::se.luarte@duocuc.cl::15ee5322-ebfc-45cd-988f-df499a4cf7af" providerId="AD" clId="Web-{6936C710-3C7B-5B1A-E95A-B5D3A476755F}" dt="2026-08-19T23:24:29.237" v="61" actId="20577"/>
          <ac:spMkLst>
            <pc:docMk/>
            <pc:sldMk cId="3536976449" sldId="262"/>
            <ac:spMk id="2" creationId="{CE00715D-FCA5-A4F8-0869-E858BE5653F6}"/>
          </ac:spMkLst>
        </pc:spChg>
        <pc:spChg chg="add mod">
          <ac:chgData name="SEBASTIAN ALEJANDRO LUARTE MORALES" userId="S::se.luarte@duocuc.cl::15ee5322-ebfc-45cd-988f-df499a4cf7af" providerId="AD" clId="Web-{6936C710-3C7B-5B1A-E95A-B5D3A476755F}" dt="2026-08-19T23:24:46.504" v="70" actId="20577"/>
          <ac:spMkLst>
            <pc:docMk/>
            <pc:sldMk cId="3536976449" sldId="262"/>
            <ac:spMk id="3" creationId="{FEF48F43-7BF8-6B01-DF91-91A0B5D4FBBB}"/>
          </ac:spMkLst>
        </pc:spChg>
      </pc:sldChg>
      <pc:sldChg chg="addSp modSp new">
        <pc:chgData name="SEBASTIAN ALEJANDRO LUARTE MORALES" userId="S::se.luarte@duocuc.cl::15ee5322-ebfc-45cd-988f-df499a4cf7af" providerId="AD" clId="Web-{6936C710-3C7B-5B1A-E95A-B5D3A476755F}" dt="2026-08-19T23:33:27.462" v="152" actId="14100"/>
        <pc:sldMkLst>
          <pc:docMk/>
          <pc:sldMk cId="894440102" sldId="263"/>
        </pc:sldMkLst>
        <pc:spChg chg="mod">
          <ac:chgData name="SEBASTIAN ALEJANDRO LUARTE MORALES" userId="S::se.luarte@duocuc.cl::15ee5322-ebfc-45cd-988f-df499a4cf7af" providerId="AD" clId="Web-{6936C710-3C7B-5B1A-E95A-B5D3A476755F}" dt="2026-08-19T23:24:58.707" v="72" actId="20577"/>
          <ac:spMkLst>
            <pc:docMk/>
            <pc:sldMk cId="894440102" sldId="263"/>
            <ac:spMk id="2" creationId="{02CCDBB6-995B-2D57-41EC-EE76A3278ECB}"/>
          </ac:spMkLst>
        </pc:spChg>
        <pc:spChg chg="add mod">
          <ac:chgData name="SEBASTIAN ALEJANDRO LUARTE MORALES" userId="S::se.luarte@duocuc.cl::15ee5322-ebfc-45cd-988f-df499a4cf7af" providerId="AD" clId="Web-{6936C710-3C7B-5B1A-E95A-B5D3A476755F}" dt="2026-08-19T23:33:27.462" v="152" actId="14100"/>
          <ac:spMkLst>
            <pc:docMk/>
            <pc:sldMk cId="894440102" sldId="263"/>
            <ac:spMk id="3" creationId="{527FCDC2-31D9-3F0B-217D-6FB5D8EDAF44}"/>
          </ac:spMkLst>
        </pc:spChg>
      </pc:sldChg>
      <pc:sldChg chg="modSp new">
        <pc:chgData name="SEBASTIAN ALEJANDRO LUARTE MORALES" userId="S::se.luarte@duocuc.cl::15ee5322-ebfc-45cd-988f-df499a4cf7af" providerId="AD" clId="Web-{6936C710-3C7B-5B1A-E95A-B5D3A476755F}" dt="2026-08-19T23:27:55.464" v="120" actId="20577"/>
        <pc:sldMkLst>
          <pc:docMk/>
          <pc:sldMk cId="873921986" sldId="264"/>
        </pc:sldMkLst>
        <pc:spChg chg="mod">
          <ac:chgData name="SEBASTIAN ALEJANDRO LUARTE MORALES" userId="S::se.luarte@duocuc.cl::15ee5322-ebfc-45cd-988f-df499a4cf7af" providerId="AD" clId="Web-{6936C710-3C7B-5B1A-E95A-B5D3A476755F}" dt="2026-08-19T23:27:55.464" v="120" actId="20577"/>
          <ac:spMkLst>
            <pc:docMk/>
            <pc:sldMk cId="873921986" sldId="264"/>
            <ac:spMk id="2" creationId="{117FA111-3938-FF42-3C0D-DF2C01904581}"/>
          </ac:spMkLst>
        </pc:spChg>
      </pc:sldChg>
      <pc:sldChg chg="addSp modSp new">
        <pc:chgData name="SEBASTIAN ALEJANDRO LUARTE MORALES" userId="S::se.luarte@duocuc.cl::15ee5322-ebfc-45cd-988f-df499a4cf7af" providerId="AD" clId="Web-{6936C710-3C7B-5B1A-E95A-B5D3A476755F}" dt="2026-08-19T23:28:44.076" v="133" actId="14100"/>
        <pc:sldMkLst>
          <pc:docMk/>
          <pc:sldMk cId="3463202127" sldId="265"/>
        </pc:sldMkLst>
        <pc:spChg chg="mod">
          <ac:chgData name="SEBASTIAN ALEJANDRO LUARTE MORALES" userId="S::se.luarte@duocuc.cl::15ee5322-ebfc-45cd-988f-df499a4cf7af" providerId="AD" clId="Web-{6936C710-3C7B-5B1A-E95A-B5D3A476755F}" dt="2026-08-19T23:28:11.637" v="122" actId="20577"/>
          <ac:spMkLst>
            <pc:docMk/>
            <pc:sldMk cId="3463202127" sldId="265"/>
            <ac:spMk id="2" creationId="{8DF85E6C-3987-3CA6-42CB-B4AC9EAA7909}"/>
          </ac:spMkLst>
        </pc:spChg>
        <pc:spChg chg="add mod">
          <ac:chgData name="SEBASTIAN ALEJANDRO LUARTE MORALES" userId="S::se.luarte@duocuc.cl::15ee5322-ebfc-45cd-988f-df499a4cf7af" providerId="AD" clId="Web-{6936C710-3C7B-5B1A-E95A-B5D3A476755F}" dt="2026-08-19T23:28:44.076" v="133" actId="14100"/>
          <ac:spMkLst>
            <pc:docMk/>
            <pc:sldMk cId="3463202127" sldId="265"/>
            <ac:spMk id="3" creationId="{246870B9-2B92-D71C-6C1A-D13F1CC181B4}"/>
          </ac:spMkLst>
        </pc:spChg>
      </pc:sldChg>
      <pc:sldChg chg="addSp modSp new">
        <pc:chgData name="SEBASTIAN ALEJANDRO LUARTE MORALES" userId="S::se.luarte@duocuc.cl::15ee5322-ebfc-45cd-988f-df499a4cf7af" providerId="AD" clId="Web-{6936C710-3C7B-5B1A-E95A-B5D3A476755F}" dt="2026-08-19T23:29:14.780" v="141" actId="1076"/>
        <pc:sldMkLst>
          <pc:docMk/>
          <pc:sldMk cId="3028995473" sldId="266"/>
        </pc:sldMkLst>
        <pc:spChg chg="mod">
          <ac:chgData name="SEBASTIAN ALEJANDRO LUARTE MORALES" userId="S::se.luarte@duocuc.cl::15ee5322-ebfc-45cd-988f-df499a4cf7af" providerId="AD" clId="Web-{6936C710-3C7B-5B1A-E95A-B5D3A476755F}" dt="2026-08-19T23:28:58.076" v="135" actId="20577"/>
          <ac:spMkLst>
            <pc:docMk/>
            <pc:sldMk cId="3028995473" sldId="266"/>
            <ac:spMk id="2" creationId="{9588C078-D3BC-F041-5854-DB8A88A9872F}"/>
          </ac:spMkLst>
        </pc:spChg>
        <pc:spChg chg="add mod">
          <ac:chgData name="SEBASTIAN ALEJANDRO LUARTE MORALES" userId="S::se.luarte@duocuc.cl::15ee5322-ebfc-45cd-988f-df499a4cf7af" providerId="AD" clId="Web-{6936C710-3C7B-5B1A-E95A-B5D3A476755F}" dt="2026-08-19T23:29:14.780" v="141" actId="1076"/>
          <ac:spMkLst>
            <pc:docMk/>
            <pc:sldMk cId="3028995473" sldId="266"/>
            <ac:spMk id="3" creationId="{CD0EE71B-8237-7404-DDB2-EEF8C7A4F10F}"/>
          </ac:spMkLst>
        </pc:spChg>
      </pc:sldChg>
    </pc:docChg>
  </pc:docChgLst>
  <pc:docChgLst>
    <pc:chgData name="AMARO ANTONIO CONTRERAS CASTRO" userId="S::am.contreras@duocuc.cl::3696faf9-2e1e-4ad4-a4ff-341280cbe2d3" providerId="AD" clId="Web-{693FDF71-E6A1-0071-487D-7B66475B2BE5}"/>
    <pc:docChg chg="modSld">
      <pc:chgData name="AMARO ANTONIO CONTRERAS CASTRO" userId="S::am.contreras@duocuc.cl::3696faf9-2e1e-4ad4-a4ff-341280cbe2d3" providerId="AD" clId="Web-{693FDF71-E6A1-0071-487D-7B66475B2BE5}" dt="2026-08-20T03:25:09.506" v="1"/>
      <pc:docMkLst>
        <pc:docMk/>
      </pc:docMkLst>
      <pc:sldChg chg="addSp modSp mod setBg">
        <pc:chgData name="AMARO ANTONIO CONTRERAS CASTRO" userId="S::am.contreras@duocuc.cl::3696faf9-2e1e-4ad4-a4ff-341280cbe2d3" providerId="AD" clId="Web-{693FDF71-E6A1-0071-487D-7B66475B2BE5}" dt="2026-08-20T03:25:09.506" v="1"/>
        <pc:sldMkLst>
          <pc:docMk/>
          <pc:sldMk cId="873921986" sldId="264"/>
        </pc:sldMkLst>
        <pc:spChg chg="mod">
          <ac:chgData name="AMARO ANTONIO CONTRERAS CASTRO" userId="S::am.contreras@duocuc.cl::3696faf9-2e1e-4ad4-a4ff-341280cbe2d3" providerId="AD" clId="Web-{693FDF71-E6A1-0071-487D-7B66475B2BE5}" dt="2026-08-20T03:25:09.506" v="1"/>
          <ac:spMkLst>
            <pc:docMk/>
            <pc:sldMk cId="873921986" sldId="264"/>
            <ac:spMk id="2" creationId="{117FA111-3938-FF42-3C0D-DF2C01904581}"/>
          </ac:spMkLst>
        </pc:spChg>
        <pc:picChg chg="add mod">
          <ac:chgData name="AMARO ANTONIO CONTRERAS CASTRO" userId="S::am.contreras@duocuc.cl::3696faf9-2e1e-4ad4-a4ff-341280cbe2d3" providerId="AD" clId="Web-{693FDF71-E6A1-0071-487D-7B66475B2BE5}" dt="2026-08-20T03:25:09.506" v="1"/>
          <ac:picMkLst>
            <pc:docMk/>
            <pc:sldMk cId="873921986" sldId="264"/>
            <ac:picMk id="3" creationId="{16193259-21FC-96CE-B54E-27407A3AD89A}"/>
          </ac:picMkLst>
        </pc:picChg>
      </pc:sldChg>
    </pc:docChg>
  </pc:docChgLst>
  <pc:docChgLst>
    <pc:chgData name="SEBASTIAN ALEJANDRO LUARTE MORALES" userId="S::se.luarte@duocuc.cl::15ee5322-ebfc-45cd-988f-df499a4cf7af" providerId="AD" clId="Web-{700F8988-BD9D-2E1E-8F47-B73D2F1009A2}"/>
    <pc:docChg chg="modSld">
      <pc:chgData name="SEBASTIAN ALEJANDRO LUARTE MORALES" userId="S::se.luarte@duocuc.cl::15ee5322-ebfc-45cd-988f-df499a4cf7af" providerId="AD" clId="Web-{700F8988-BD9D-2E1E-8F47-B73D2F1009A2}" dt="2026-08-20T00:09:27.730" v="1" actId="20577"/>
      <pc:docMkLst>
        <pc:docMk/>
      </pc:docMkLst>
      <pc:sldChg chg="modSp">
        <pc:chgData name="SEBASTIAN ALEJANDRO LUARTE MORALES" userId="S::se.luarte@duocuc.cl::15ee5322-ebfc-45cd-988f-df499a4cf7af" providerId="AD" clId="Web-{700F8988-BD9D-2E1E-8F47-B73D2F1009A2}" dt="2026-08-20T00:09:27.730" v="1" actId="20577"/>
        <pc:sldMkLst>
          <pc:docMk/>
          <pc:sldMk cId="894440102" sldId="263"/>
        </pc:sldMkLst>
        <pc:spChg chg="mod">
          <ac:chgData name="SEBASTIAN ALEJANDRO LUARTE MORALES" userId="S::se.luarte@duocuc.cl::15ee5322-ebfc-45cd-988f-df499a4cf7af" providerId="AD" clId="Web-{700F8988-BD9D-2E1E-8F47-B73D2F1009A2}" dt="2026-08-20T00:09:27.730" v="1" actId="20577"/>
          <ac:spMkLst>
            <pc:docMk/>
            <pc:sldMk cId="894440102" sldId="263"/>
            <ac:spMk id="3" creationId="{527FCDC2-31D9-3F0B-217D-6FB5D8EDAF44}"/>
          </ac:spMkLst>
        </pc:spChg>
      </pc:sldChg>
    </pc:docChg>
  </pc:docChgLst>
  <pc:docChgLst>
    <pc:chgData name="AMARO ANTONIO CONTRERAS CASTRO" userId="S::am.contreras@duocuc.cl::3696faf9-2e1e-4ad4-a4ff-341280cbe2d3" providerId="AD" clId="Web-{3FFF81E1-99A3-9CA2-57B0-90124975E681}"/>
    <pc:docChg chg="modSld">
      <pc:chgData name="AMARO ANTONIO CONTRERAS CASTRO" userId="S::am.contreras@duocuc.cl::3696faf9-2e1e-4ad4-a4ff-341280cbe2d3" providerId="AD" clId="Web-{3FFF81E1-99A3-9CA2-57B0-90124975E681}" dt="2026-09-03T14:13:14.700" v="29" actId="20577"/>
      <pc:docMkLst>
        <pc:docMk/>
      </pc:docMkLst>
      <pc:sldChg chg="modSp">
        <pc:chgData name="AMARO ANTONIO CONTRERAS CASTRO" userId="S::am.contreras@duocuc.cl::3696faf9-2e1e-4ad4-a4ff-341280cbe2d3" providerId="AD" clId="Web-{3FFF81E1-99A3-9CA2-57B0-90124975E681}" dt="2026-09-03T14:13:14.700" v="29" actId="20577"/>
        <pc:sldMkLst>
          <pc:docMk/>
          <pc:sldMk cId="0" sldId="258"/>
        </pc:sldMkLst>
        <pc:spChg chg="mod">
          <ac:chgData name="AMARO ANTONIO CONTRERAS CASTRO" userId="S::am.contreras@duocuc.cl::3696faf9-2e1e-4ad4-a4ff-341280cbe2d3" providerId="AD" clId="Web-{3FFF81E1-99A3-9CA2-57B0-90124975E681}" dt="2026-09-03T14:13:14.700" v="29" actId="20577"/>
          <ac:spMkLst>
            <pc:docMk/>
            <pc:sldMk cId="0" sldId="258"/>
            <ac:spMk id="2" creationId="{106CB0CF-4AF8-BC34-CA11-5426D6BF8915}"/>
          </ac:spMkLst>
        </pc:spChg>
      </pc:sldChg>
      <pc:sldChg chg="modSp">
        <pc:chgData name="AMARO ANTONIO CONTRERAS CASTRO" userId="S::am.contreras@duocuc.cl::3696faf9-2e1e-4ad4-a4ff-341280cbe2d3" providerId="AD" clId="Web-{3FFF81E1-99A3-9CA2-57B0-90124975E681}" dt="2026-09-03T13:44:52.844" v="28" actId="20577"/>
        <pc:sldMkLst>
          <pc:docMk/>
          <pc:sldMk cId="2935407007" sldId="260"/>
        </pc:sldMkLst>
        <pc:spChg chg="mod">
          <ac:chgData name="AMARO ANTONIO CONTRERAS CASTRO" userId="S::am.contreras@duocuc.cl::3696faf9-2e1e-4ad4-a4ff-341280cbe2d3" providerId="AD" clId="Web-{3FFF81E1-99A3-9CA2-57B0-90124975E681}" dt="2026-09-03T13:44:52.844" v="28" actId="20577"/>
          <ac:spMkLst>
            <pc:docMk/>
            <pc:sldMk cId="2935407007" sldId="260"/>
            <ac:spMk id="3" creationId="{AF00062E-4695-2997-2ED4-604135385582}"/>
          </ac:spMkLst>
        </pc:spChg>
      </pc:sldChg>
      <pc:sldChg chg="modSp">
        <pc:chgData name="AMARO ANTONIO CONTRERAS CASTRO" userId="S::am.contreras@duocuc.cl::3696faf9-2e1e-4ad4-a4ff-341280cbe2d3" providerId="AD" clId="Web-{3FFF81E1-99A3-9CA2-57B0-90124975E681}" dt="2026-09-03T13:44:39.718" v="24" actId="20577"/>
        <pc:sldMkLst>
          <pc:docMk/>
          <pc:sldMk cId="4133833237" sldId="261"/>
        </pc:sldMkLst>
        <pc:spChg chg="mod">
          <ac:chgData name="AMARO ANTONIO CONTRERAS CASTRO" userId="S::am.contreras@duocuc.cl::3696faf9-2e1e-4ad4-a4ff-341280cbe2d3" providerId="AD" clId="Web-{3FFF81E1-99A3-9CA2-57B0-90124975E681}" dt="2026-09-03T13:44:39.718" v="24" actId="20577"/>
          <ac:spMkLst>
            <pc:docMk/>
            <pc:sldMk cId="4133833237" sldId="261"/>
            <ac:spMk id="3" creationId="{81B02154-796E-3C66-019E-0C14AA81B597}"/>
          </ac:spMkLst>
        </pc:spChg>
      </pc:sldChg>
      <pc:sldChg chg="modSp">
        <pc:chgData name="AMARO ANTONIO CONTRERAS CASTRO" userId="S::am.contreras@duocuc.cl::3696faf9-2e1e-4ad4-a4ff-341280cbe2d3" providerId="AD" clId="Web-{3FFF81E1-99A3-9CA2-57B0-90124975E681}" dt="2026-09-03T13:44:31.562" v="22" actId="20577"/>
        <pc:sldMkLst>
          <pc:docMk/>
          <pc:sldMk cId="3536976449" sldId="262"/>
        </pc:sldMkLst>
        <pc:spChg chg="mod">
          <ac:chgData name="AMARO ANTONIO CONTRERAS CASTRO" userId="S::am.contreras@duocuc.cl::3696faf9-2e1e-4ad4-a4ff-341280cbe2d3" providerId="AD" clId="Web-{3FFF81E1-99A3-9CA2-57B0-90124975E681}" dt="2026-09-03T13:44:31.562" v="22" actId="20577"/>
          <ac:spMkLst>
            <pc:docMk/>
            <pc:sldMk cId="3536976449" sldId="262"/>
            <ac:spMk id="3" creationId="{FEF48F43-7BF8-6B01-DF91-91A0B5D4FBBB}"/>
          </ac:spMkLst>
        </pc:spChg>
      </pc:sldChg>
      <pc:sldChg chg="modSp">
        <pc:chgData name="AMARO ANTONIO CONTRERAS CASTRO" userId="S::am.contreras@duocuc.cl::3696faf9-2e1e-4ad4-a4ff-341280cbe2d3" providerId="AD" clId="Web-{3FFF81E1-99A3-9CA2-57B0-90124975E681}" dt="2026-09-03T13:44:07.170" v="15" actId="20577"/>
        <pc:sldMkLst>
          <pc:docMk/>
          <pc:sldMk cId="894440102" sldId="263"/>
        </pc:sldMkLst>
        <pc:spChg chg="mod">
          <ac:chgData name="AMARO ANTONIO CONTRERAS CASTRO" userId="S::am.contreras@duocuc.cl::3696faf9-2e1e-4ad4-a4ff-341280cbe2d3" providerId="AD" clId="Web-{3FFF81E1-99A3-9CA2-57B0-90124975E681}" dt="2026-09-03T13:44:07.170" v="15" actId="20577"/>
          <ac:spMkLst>
            <pc:docMk/>
            <pc:sldMk cId="894440102" sldId="263"/>
            <ac:spMk id="3" creationId="{527FCDC2-31D9-3F0B-217D-6FB5D8EDAF44}"/>
          </ac:spMkLst>
        </pc:spChg>
      </pc:sldChg>
      <pc:sldChg chg="modSp">
        <pc:chgData name="AMARO ANTONIO CONTRERAS CASTRO" userId="S::am.contreras@duocuc.cl::3696faf9-2e1e-4ad4-a4ff-341280cbe2d3" providerId="AD" clId="Web-{3FFF81E1-99A3-9CA2-57B0-90124975E681}" dt="2026-09-03T13:44:20.499" v="20" actId="20577"/>
        <pc:sldMkLst>
          <pc:docMk/>
          <pc:sldMk cId="3463202127" sldId="265"/>
        </pc:sldMkLst>
        <pc:spChg chg="mod">
          <ac:chgData name="AMARO ANTONIO CONTRERAS CASTRO" userId="S::am.contreras@duocuc.cl::3696faf9-2e1e-4ad4-a4ff-341280cbe2d3" providerId="AD" clId="Web-{3FFF81E1-99A3-9CA2-57B0-90124975E681}" dt="2026-09-03T13:44:20.499" v="20" actId="20577"/>
          <ac:spMkLst>
            <pc:docMk/>
            <pc:sldMk cId="3463202127" sldId="265"/>
            <ac:spMk id="3" creationId="{246870B9-2B92-D71C-6C1A-D13F1CC181B4}"/>
          </ac:spMkLst>
        </pc:spChg>
      </pc:sldChg>
      <pc:sldChg chg="modSp">
        <pc:chgData name="AMARO ANTONIO CONTRERAS CASTRO" userId="S::am.contreras@duocuc.cl::3696faf9-2e1e-4ad4-a4ff-341280cbe2d3" providerId="AD" clId="Web-{3FFF81E1-99A3-9CA2-57B0-90124975E681}" dt="2026-09-03T13:44:48.172" v="26" actId="20577"/>
        <pc:sldMkLst>
          <pc:docMk/>
          <pc:sldMk cId="2008247983" sldId="267"/>
        </pc:sldMkLst>
        <pc:spChg chg="mod">
          <ac:chgData name="AMARO ANTONIO CONTRERAS CASTRO" userId="S::am.contreras@duocuc.cl::3696faf9-2e1e-4ad4-a4ff-341280cbe2d3" providerId="AD" clId="Web-{3FFF81E1-99A3-9CA2-57B0-90124975E681}" dt="2026-09-03T13:44:48.172" v="26" actId="20577"/>
          <ac:spMkLst>
            <pc:docMk/>
            <pc:sldMk cId="2008247983" sldId="267"/>
            <ac:spMk id="4" creationId="{67D6FF8A-1BF6-F9C2-B6E4-83A6D8CCEC77}"/>
          </ac:spMkLst>
        </pc:spChg>
      </pc:sldChg>
    </pc:docChg>
  </pc:docChgLst>
  <pc:docChgLst>
    <pc:chgData name="AMARO ANTONIO CONTRERAS CASTRO" userId="S::am.contreras@duocuc.cl::3696faf9-2e1e-4ad4-a4ff-341280cbe2d3" providerId="AD" clId="Web-{43BBB712-CF40-A5A0-80E2-5C82E78E6398}"/>
    <pc:docChg chg="modSld">
      <pc:chgData name="AMARO ANTONIO CONTRERAS CASTRO" userId="S::am.contreras@duocuc.cl::3696faf9-2e1e-4ad4-a4ff-341280cbe2d3" providerId="AD" clId="Web-{43BBB712-CF40-A5A0-80E2-5C82E78E6398}" dt="2026-08-20T05:32:14.295" v="1"/>
      <pc:docMkLst>
        <pc:docMk/>
      </pc:docMkLst>
      <pc:sldChg chg="addSp delSp modSp">
        <pc:chgData name="AMARO ANTONIO CONTRERAS CASTRO" userId="S::am.contreras@duocuc.cl::3696faf9-2e1e-4ad4-a4ff-341280cbe2d3" providerId="AD" clId="Web-{43BBB712-CF40-A5A0-80E2-5C82E78E6398}" dt="2026-08-20T05:32:14.295" v="1"/>
        <pc:sldMkLst>
          <pc:docMk/>
          <pc:sldMk cId="873921986" sldId="264"/>
        </pc:sldMkLst>
        <pc:spChg chg="mod ord">
          <ac:chgData name="AMARO ANTONIO CONTRERAS CASTRO" userId="S::am.contreras@duocuc.cl::3696faf9-2e1e-4ad4-a4ff-341280cbe2d3" providerId="AD" clId="Web-{43BBB712-CF40-A5A0-80E2-5C82E78E6398}" dt="2026-08-20T05:32:14.295" v="1"/>
          <ac:spMkLst>
            <pc:docMk/>
            <pc:sldMk cId="873921986" sldId="264"/>
            <ac:spMk id="2" creationId="{117FA111-3938-FF42-3C0D-DF2C01904581}"/>
          </ac:spMkLst>
        </pc:spChg>
        <pc:spChg chg="add">
          <ac:chgData name="AMARO ANTONIO CONTRERAS CASTRO" userId="S::am.contreras@duocuc.cl::3696faf9-2e1e-4ad4-a4ff-341280cbe2d3" providerId="AD" clId="Web-{43BBB712-CF40-A5A0-80E2-5C82E78E6398}" dt="2026-08-20T05:32:14.295" v="1"/>
          <ac:spMkLst>
            <pc:docMk/>
            <pc:sldMk cId="873921986" sldId="264"/>
            <ac:spMk id="13" creationId="{27BDFED6-6E33-4606-AFE2-886ADB1C018E}"/>
          </ac:spMkLst>
        </pc:spChg>
        <pc:spChg chg="add">
          <ac:chgData name="AMARO ANTONIO CONTRERAS CASTRO" userId="S::am.contreras@duocuc.cl::3696faf9-2e1e-4ad4-a4ff-341280cbe2d3" providerId="AD" clId="Web-{43BBB712-CF40-A5A0-80E2-5C82E78E6398}" dt="2026-08-20T05:32:14.295" v="1"/>
          <ac:spMkLst>
            <pc:docMk/>
            <pc:sldMk cId="873921986" sldId="264"/>
            <ac:spMk id="15" creationId="{890DEF05-784E-4B61-89E4-04C4ECF4E5A0}"/>
          </ac:spMkLst>
        </pc:spChg>
        <pc:picChg chg="mod ord">
          <ac:chgData name="AMARO ANTONIO CONTRERAS CASTRO" userId="S::am.contreras@duocuc.cl::3696faf9-2e1e-4ad4-a4ff-341280cbe2d3" providerId="AD" clId="Web-{43BBB712-CF40-A5A0-80E2-5C82E78E6398}" dt="2026-08-20T05:32:14.295" v="1"/>
          <ac:picMkLst>
            <pc:docMk/>
            <pc:sldMk cId="873921986" sldId="264"/>
            <ac:picMk id="3" creationId="{16193259-21FC-96CE-B54E-27407A3AD89A}"/>
          </ac:picMkLst>
        </pc:picChg>
        <pc:picChg chg="add mod">
          <ac:chgData name="AMARO ANTONIO CONTRERAS CASTRO" userId="S::am.contreras@duocuc.cl::3696faf9-2e1e-4ad4-a4ff-341280cbe2d3" providerId="AD" clId="Web-{43BBB712-CF40-A5A0-80E2-5C82E78E6398}" dt="2026-08-20T05:32:14.295" v="1"/>
          <ac:picMkLst>
            <pc:docMk/>
            <pc:sldMk cId="873921986" sldId="264"/>
            <ac:picMk id="4" creationId="{1B90D960-A835-F9B8-D156-79F851A72C33}"/>
          </ac:picMkLst>
        </pc:picChg>
        <pc:cxnChg chg="add">
          <ac:chgData name="AMARO ANTONIO CONTRERAS CASTRO" userId="S::am.contreras@duocuc.cl::3696faf9-2e1e-4ad4-a4ff-341280cbe2d3" providerId="AD" clId="Web-{43BBB712-CF40-A5A0-80E2-5C82E78E6398}" dt="2026-08-20T05:32:14.295" v="1"/>
          <ac:cxnSpMkLst>
            <pc:docMk/>
            <pc:sldMk cId="873921986" sldId="264"/>
            <ac:cxnSpMk id="17" creationId="{C41BAEC7-F7B0-4224-8B18-8F74B7D87F0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a3f3d1d69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a3f3d1d69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a3f3d1d6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a3f3d1d6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7c58eef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7c58eef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290910" y="3957015"/>
            <a:ext cx="30846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90910" y="4371687"/>
            <a:ext cx="39627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290910" y="4304541"/>
            <a:ext cx="4022703" cy="0"/>
          </a:xfrm>
          <a:custGeom>
            <a:avLst/>
            <a:gdLst/>
            <a:ahLst/>
            <a:cxnLst/>
            <a:rect l="l" t="t" r="r" b="b"/>
            <a:pathLst>
              <a:path w="8841105" h="120000" extrusionOk="0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w="4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180581" y="3160899"/>
            <a:ext cx="444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330767" y="4640017"/>
            <a:ext cx="717112" cy="232585"/>
          </a:xfrm>
          <a:custGeom>
            <a:avLst/>
            <a:gdLst/>
            <a:ahLst/>
            <a:cxnLst/>
            <a:rect l="l" t="t" r="r" b="b"/>
            <a:pathLst>
              <a:path w="1576070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 extrusionOk="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097215" y="4659573"/>
            <a:ext cx="172199" cy="213804"/>
          </a:xfrm>
          <a:custGeom>
            <a:avLst/>
            <a:gdLst/>
            <a:ahLst/>
            <a:cxnLst/>
            <a:rect l="l" t="t" r="r" b="b"/>
            <a:pathLst>
              <a:path w="378460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1292872" y="4601531"/>
            <a:ext cx="194206" cy="271780"/>
            <a:chOff x="2842727" y="10117702"/>
            <a:chExt cx="427015" cy="597582"/>
          </a:xfrm>
        </p:grpSpPr>
        <p:sp>
          <p:nvSpPr>
            <p:cNvPr id="23" name="Google Shape;23;p4"/>
            <p:cNvSpPr/>
            <p:nvPr/>
          </p:nvSpPr>
          <p:spPr>
            <a:xfrm>
              <a:off x="2842727" y="10237764"/>
              <a:ext cx="366394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" name="Google Shape;24;p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4"/>
          <p:cNvSpPr/>
          <p:nvPr/>
        </p:nvSpPr>
        <p:spPr>
          <a:xfrm>
            <a:off x="8114485" y="298402"/>
            <a:ext cx="1020772" cy="482505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30767" y="343581"/>
            <a:ext cx="76377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2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-2888" y="298402"/>
            <a:ext cx="1020772" cy="482505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7704146" y="4640017"/>
            <a:ext cx="717111" cy="232585"/>
          </a:xfrm>
          <a:custGeom>
            <a:avLst/>
            <a:gdLst/>
            <a:ahLst/>
            <a:cxnLst/>
            <a:rect l="l" t="t" r="r" b="b"/>
            <a:pathLst>
              <a:path w="1576069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 extrusionOk="0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8470593" y="4659573"/>
            <a:ext cx="172199" cy="213804"/>
          </a:xfrm>
          <a:custGeom>
            <a:avLst/>
            <a:gdLst/>
            <a:ahLst/>
            <a:cxnLst/>
            <a:rect l="l" t="t" r="r" b="b"/>
            <a:pathLst>
              <a:path w="378459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5"/>
          <p:cNvGrpSpPr/>
          <p:nvPr/>
        </p:nvGrpSpPr>
        <p:grpSpPr>
          <a:xfrm>
            <a:off x="8665722" y="4601531"/>
            <a:ext cx="194206" cy="271780"/>
            <a:chOff x="19053919" y="10117702"/>
            <a:chExt cx="427015" cy="597582"/>
          </a:xfrm>
        </p:grpSpPr>
        <p:sp>
          <p:nvSpPr>
            <p:cNvPr id="33" name="Google Shape;33;p5"/>
            <p:cNvSpPr/>
            <p:nvPr/>
          </p:nvSpPr>
          <p:spPr>
            <a:xfrm>
              <a:off x="19053919" y="10237764"/>
              <a:ext cx="366394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" name="Google Shape;34;p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2007290" y="1913290"/>
            <a:ext cx="4499400" cy="1039800"/>
          </a:xfrm>
          <a:prstGeom prst="rect">
            <a:avLst/>
          </a:prstGeom>
          <a:solidFill>
            <a:schemeClr val="dk1">
              <a:alpha val="56860"/>
            </a:schemeClr>
          </a:soli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2202312" y="2062067"/>
            <a:ext cx="41025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seño personalizado">
  <p:cSld name="5_Diseño personalizad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19"/>
            <a:ext cx="9146063" cy="51419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78352" y="3264866"/>
            <a:ext cx="444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6354" y="3403489"/>
            <a:ext cx="444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3012379" y="3195555"/>
            <a:ext cx="444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Diseño personalizado">
  <p:cSld name="6_Diseño personalizad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/>
          <p:nvPr/>
        </p:nvSpPr>
        <p:spPr>
          <a:xfrm>
            <a:off x="3289645" y="3583988"/>
            <a:ext cx="4499400" cy="1039800"/>
          </a:xfrm>
          <a:prstGeom prst="rect">
            <a:avLst/>
          </a:prstGeom>
          <a:solidFill>
            <a:schemeClr val="dk1">
              <a:alpha val="56860"/>
            </a:schemeClr>
          </a:soli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3484667" y="3732766"/>
            <a:ext cx="41025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19"/>
            <a:ext cx="9145742" cy="514180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2"/>
          <p:cNvSpPr/>
          <p:nvPr/>
        </p:nvSpPr>
        <p:spPr>
          <a:xfrm>
            <a:off x="343694" y="2848996"/>
            <a:ext cx="4499400" cy="1039800"/>
          </a:xfrm>
          <a:prstGeom prst="rect">
            <a:avLst/>
          </a:prstGeom>
          <a:solidFill>
            <a:schemeClr val="dk1">
              <a:alpha val="56860"/>
            </a:schemeClr>
          </a:soli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538716" y="2997774"/>
            <a:ext cx="41025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3185670" y="3334178"/>
            <a:ext cx="4499400" cy="1039800"/>
          </a:xfrm>
          <a:prstGeom prst="rect">
            <a:avLst/>
          </a:prstGeom>
          <a:solidFill>
            <a:schemeClr val="dk1">
              <a:alpha val="56860"/>
            </a:schemeClr>
          </a:soli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3380692" y="3482955"/>
            <a:ext cx="41025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23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601000" y="324998"/>
            <a:ext cx="23922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ctrTitle"/>
          </p:nvPr>
        </p:nvSpPr>
        <p:spPr>
          <a:xfrm>
            <a:off x="1290910" y="3957015"/>
            <a:ext cx="3084600" cy="26161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">
                <a:solidFill>
                  <a:srgbClr val="FFFFFF"/>
                </a:solidFill>
                <a:ea typeface="Calibri"/>
              </a:rPr>
              <a:t>El rincón del duelista </a:t>
            </a:r>
            <a:endParaRPr lang="es-ES">
              <a:solidFill>
                <a:srgbClr val="FFFFFF"/>
              </a:solidFill>
              <a:ea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1290898" y="4371675"/>
            <a:ext cx="48195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/>
              <a:t>PTY 4614 </a:t>
            </a:r>
            <a:r>
              <a:rPr lang="es" sz="1050" dirty="0" err="1"/>
              <a:t>Capstone</a:t>
            </a:r>
            <a:r>
              <a:rPr lang="es" sz="1050" dirty="0"/>
              <a:t> 005D</a:t>
            </a:r>
            <a:endParaRPr sz="1050" dirty="0"/>
          </a:p>
          <a:p>
            <a:pPr marL="0" indent="0"/>
            <a:r>
              <a:rPr lang="es" sz="1050" dirty="0"/>
              <a:t>Docente: </a:t>
            </a:r>
            <a:r>
              <a:rPr lang="es" sz="1050">
                <a:ea typeface="Open Sans"/>
              </a:rPr>
              <a:t>CINDY CONTADOR </a:t>
            </a:r>
            <a:endParaRPr sz="1050"/>
          </a:p>
          <a:p>
            <a:pPr marL="0" indent="0"/>
            <a:r>
              <a:rPr lang="es" sz="1050" dirty="0"/>
              <a:t>Integrantes: </a:t>
            </a:r>
            <a:r>
              <a:rPr lang="es" sz="1050" dirty="0">
                <a:ea typeface="Calibri"/>
              </a:rPr>
              <a:t>Amaro Contreras - </a:t>
            </a:r>
            <a:r>
              <a:rPr lang="es" sz="1050" dirty="0" err="1">
                <a:ea typeface="Calibri"/>
              </a:rPr>
              <a:t>Sebastian</a:t>
            </a:r>
            <a:r>
              <a:rPr lang="es" sz="1050" dirty="0">
                <a:ea typeface="Calibri"/>
              </a:rPr>
              <a:t> </a:t>
            </a:r>
            <a:r>
              <a:rPr lang="es" sz="1050" dirty="0" err="1">
                <a:ea typeface="Calibri"/>
              </a:rPr>
              <a:t>luarte</a:t>
            </a:r>
            <a:r>
              <a:rPr lang="es" sz="1050" dirty="0">
                <a:ea typeface="Calibri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 dirty="0"/>
              <a:t> 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 dirty="0"/>
              <a:t> </a:t>
            </a:r>
            <a:endParaRPr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ACD24-87E9-9722-1EA6-5459CFE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/>
              <a:t>Contexto y Problemática 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00062E-4695-2997-2ED4-604135385582}"/>
              </a:ext>
            </a:extLst>
          </p:cNvPr>
          <p:cNvSpPr txBox="1"/>
          <p:nvPr/>
        </p:nvSpPr>
        <p:spPr>
          <a:xfrm>
            <a:off x="0" y="998362"/>
            <a:ext cx="9143999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600" dirty="0"/>
              <a:t>Informalidad y Riesgo: El comercio local opera mayoritariamente en redes sociales (Facebook, Instagram) de forma desregulada, sin garantías de autenticidad ni envíos seguros.</a:t>
            </a:r>
            <a:br>
              <a:rPr lang="es-CL" sz="1600" dirty="0"/>
            </a:br>
            <a:br>
              <a:rPr lang="es-CL" sz="1600" dirty="0"/>
            </a:br>
            <a:r>
              <a:rPr lang="es-CL" sz="1600" dirty="0"/>
              <a:t>Distorsión Monetaria: El mercado internacional se rige en USD (TCGPlayer). Al no existir una referencia local oficial en CLP, se generan sobreprecios y especulación.</a:t>
            </a:r>
          </a:p>
          <a:p>
            <a:br>
              <a:rPr lang="es-CL" sz="1600" dirty="0"/>
            </a:br>
            <a:r>
              <a:rPr lang="es-CL" sz="1600" dirty="0"/>
              <a:t>Usuarios Afectados: Jugadores competitivos, coleccionistas y tiendas independientes en Santiago y regiones extremas de Chile expuestos a estafas frecuentes.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2935407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A66C9-C8AF-525D-013B-7A839FB3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76" y="324998"/>
            <a:ext cx="7726800" cy="338554"/>
          </a:xfrm>
        </p:spPr>
        <p:txBody>
          <a:bodyPr/>
          <a:lstStyle/>
          <a:p>
            <a:r>
              <a:rPr lang="es-CL" b="0" dirty="0"/>
              <a:t>Factibilidad y Potencial de Mercado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D6FF8A-1BF6-F9C2-B6E4-83A6D8CCEC77}"/>
              </a:ext>
            </a:extLst>
          </p:cNvPr>
          <p:cNvSpPr txBox="1"/>
          <p:nvPr/>
        </p:nvSpPr>
        <p:spPr>
          <a:xfrm>
            <a:off x="0" y="929669"/>
            <a:ext cx="9144000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1400" b="0" i="0" dirty="0">
                <a:effectLst/>
                <a:latin typeface="Arial"/>
              </a:rPr>
              <a:t>​</a:t>
            </a:r>
            <a:r>
              <a:rPr lang="es-CL" sz="1600" b="0" i="0" dirty="0">
                <a:effectLst/>
                <a:latin typeface="Arial"/>
              </a:rPr>
              <a:t>Mercado Global: La industria mundial de TCG supera los $14.1B USD (2025) y proyecta alcanzar $21B USD para 2034 (CAGR 8%).</a:t>
            </a:r>
          </a:p>
          <a:p>
            <a:endParaRPr lang="es-CL" sz="1600" b="0" i="0" dirty="0">
              <a:effectLst/>
              <a:latin typeface="Arial"/>
            </a:endParaRPr>
          </a:p>
          <a:p>
            <a:r>
              <a:rPr lang="es-CL" sz="1600" b="0" i="0" dirty="0">
                <a:effectLst/>
                <a:latin typeface="Arial"/>
              </a:rPr>
              <a:t>​Masa Crítica Local: Eventos masivos como el Pokémon Regional Championship Santiago (Espacio Riesco) congregan a más de 1,800 jugadores activos en un solo fin de semana. ​</a:t>
            </a:r>
          </a:p>
          <a:p>
            <a:endParaRPr lang="es-CL" sz="1600" b="0" i="0" dirty="0">
              <a:effectLst/>
              <a:latin typeface="Arial"/>
            </a:endParaRPr>
          </a:p>
          <a:p>
            <a:r>
              <a:rPr lang="es-CL" sz="1600" b="0" i="0" dirty="0">
                <a:effectLst/>
                <a:latin typeface="Arial"/>
              </a:rPr>
              <a:t>Oportunidad de Negocio: Miles de transacciones de cartas sueltas ("singles") ocurren de forma informal durante torneos semanales de Yu-Gi-Oh!, Magic, Pokémon y One Piece TCG, demandando una plataforma de pago seguro</a:t>
            </a:r>
            <a:r>
              <a:rPr lang="es-CL" sz="1400" b="0" i="0" dirty="0">
                <a:effectLst/>
                <a:latin typeface="Arial"/>
              </a:rPr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0824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DB69D-634B-B21C-5CC0-87D3F4C3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/>
              <a:t>Solución Propuesta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B02154-796E-3C66-019E-0C14AA81B597}"/>
              </a:ext>
            </a:extLst>
          </p:cNvPr>
          <p:cNvSpPr txBox="1"/>
          <p:nvPr/>
        </p:nvSpPr>
        <p:spPr>
          <a:xfrm>
            <a:off x="1" y="1019528"/>
            <a:ext cx="921455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dirty="0"/>
              <a:t>​</a:t>
            </a:r>
            <a:r>
              <a:rPr lang="es-CL" sz="1600" dirty="0"/>
              <a:t>Plataforma Web &amp; Pago Escrow: Marketplace centralizado con cotización USD a CLP en tiempo real (vía mindicador.cl). Retención de fondos vía Mercado Pago (escrow) hasta confirmar recepción física. ​</a:t>
            </a:r>
          </a:p>
          <a:p>
            <a:endParaRPr lang="es-CL" sz="1600" dirty="0"/>
          </a:p>
          <a:p>
            <a:r>
              <a:rPr lang="es-CL" sz="1600" dirty="0"/>
              <a:t>Módulo de Inteligencia Artificial: Reconocimiento visual de cartas con OpenCV + Gemini API para sugerir estado de conservación (Near Mint, Lightly Played) y chatbot interactivo para consulta de variaciones. </a:t>
            </a:r>
          </a:p>
          <a:p>
            <a:endParaRPr lang="es-CL" sz="1600" dirty="0"/>
          </a:p>
          <a:p>
            <a:r>
              <a:rPr lang="es-CL" sz="1600" dirty="0"/>
              <a:t>​Escalabilidad: Arquitectura modular y multimoneda diseñada para expandirse a nivel latinoamericano.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413383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0715D-FCA5-A4F8-0869-E858BE56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76" y="324998"/>
            <a:ext cx="7726800" cy="338554"/>
          </a:xfrm>
        </p:spPr>
        <p:txBody>
          <a:bodyPr/>
          <a:lstStyle/>
          <a:p>
            <a:r>
              <a:rPr lang="es-CL" b="0" dirty="0"/>
              <a:t>Objetivos del Proyecto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F48F43-7BF8-6B01-DF91-91A0B5D4FBBB}"/>
              </a:ext>
            </a:extLst>
          </p:cNvPr>
          <p:cNvSpPr txBox="1"/>
          <p:nvPr/>
        </p:nvSpPr>
        <p:spPr>
          <a:xfrm>
            <a:off x="0" y="977195"/>
            <a:ext cx="674511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dirty="0"/>
              <a:t>​</a:t>
            </a:r>
            <a:r>
              <a:rPr lang="es-CL" sz="1600" dirty="0"/>
              <a:t>Objetivo General: Desarrollar una plataforma web integral para la comunidad TCG con un chatbot en tiempo real que consulte precios en CLP y muestre variaciones de cartas.</a:t>
            </a:r>
          </a:p>
          <a:p>
            <a:endParaRPr lang="es-CL" sz="1600" dirty="0"/>
          </a:p>
          <a:p>
            <a:r>
              <a:rPr lang="es-CL" sz="1600" dirty="0"/>
              <a:t>​OE 1 (Catálogo y Datos): Implementar base de datos PostgreSQL/Supabase para historial de precios e inventario. </a:t>
            </a:r>
          </a:p>
          <a:p>
            <a:endParaRPr lang="es-CL" sz="1600" dirty="0"/>
          </a:p>
          <a:p>
            <a:r>
              <a:rPr lang="es-CL" sz="1600" dirty="0"/>
              <a:t>OE 2 (IA y Cotización): Integrar chatbot conversacional con la API de Gemini y servicios oficiales de tipo de cambio. </a:t>
            </a:r>
          </a:p>
          <a:p>
            <a:endParaRPr lang="es-CL" sz="1600" dirty="0"/>
          </a:p>
          <a:p>
            <a:r>
              <a:rPr lang="es-CL" sz="1600" dirty="0"/>
              <a:t>OE 3 (Calidad y Pruebas): Ejecutar pruebas end-to-end para validar la precisión del bot y la seguridad del flujo transaccional.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353697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CDBB6-995B-2D57-41EC-EE76A327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/>
              <a:t>Metodología de Desarrollo y Planificación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7FCDC2-31D9-3F0B-217D-6FB5D8EDAF44}"/>
              </a:ext>
            </a:extLst>
          </p:cNvPr>
          <p:cNvSpPr txBox="1"/>
          <p:nvPr/>
        </p:nvSpPr>
        <p:spPr>
          <a:xfrm>
            <a:off x="0" y="977195"/>
            <a:ext cx="914399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dirty="0"/>
              <a:t>​</a:t>
            </a:r>
            <a:r>
              <a:rPr lang="es-CL" sz="1600" dirty="0"/>
              <a:t>Metodología: Scrum (agilidad y entregas incrementales por Sprint para reducir riesgos técnicos). ​</a:t>
            </a:r>
          </a:p>
          <a:p>
            <a:endParaRPr lang="es-CL" sz="1600" dirty="0"/>
          </a:p>
          <a:p>
            <a:r>
              <a:rPr lang="es-CL" sz="1600" dirty="0"/>
              <a:t>Fase 1 (Sem 1-6): Arquitectura de software, modelado PostgreSQL en Supabase y autenticación JWT. (Amaro C. / Sebastian L.) </a:t>
            </a:r>
          </a:p>
          <a:p>
            <a:endParaRPr lang="es-CL" sz="1600" dirty="0"/>
          </a:p>
          <a:p>
            <a:r>
              <a:rPr lang="es-CL" sz="1600" dirty="0"/>
              <a:t>​Fase 2 (Sem 7-13): Microservicio IA (Python FastAPI + OpenCV + Gemini API) y Backend Transaccional (Spring Boot + Mercado Pago Escrow). (Amaro C. / Sebastian L.) </a:t>
            </a:r>
          </a:p>
          <a:p>
            <a:endParaRPr lang="es-CL" sz="1600" dirty="0"/>
          </a:p>
          <a:p>
            <a:r>
              <a:rPr lang="es-CL" sz="1600" dirty="0"/>
              <a:t>​Fase 3 (Sem 14-18): Frontend React/HTML5, pruebas E2E e infraestructura cloud en Vercel/Render. (Amaro C. / Sebastian L.) 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89444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" b="0"/>
              <a:t>Herramientas de Trabajo</a:t>
            </a:r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06CB0CF-4AF8-BC34-CA11-5426D6BF8915}"/>
              </a:ext>
            </a:extLst>
          </p:cNvPr>
          <p:cNvSpPr txBox="1"/>
          <p:nvPr/>
        </p:nvSpPr>
        <p:spPr>
          <a:xfrm>
            <a:off x="0" y="1083028"/>
            <a:ext cx="9144000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600" b="1" dirty="0"/>
              <a:t>Gestión de Proyecto: </a:t>
            </a:r>
            <a:r>
              <a:rPr lang="en-US" sz="1600" dirty="0"/>
              <a:t>GitHub Projects</a:t>
            </a:r>
          </a:p>
          <a:p>
            <a:endParaRPr lang="en-US" sz="1600" dirty="0"/>
          </a:p>
          <a:p>
            <a:pPr marL="228600" indent="-228600">
              <a:buFont typeface=""/>
              <a:buChar char="•"/>
            </a:pPr>
            <a:r>
              <a:rPr lang="en-US" sz="1600" b="1" dirty="0" err="1"/>
              <a:t>Programación</a:t>
            </a:r>
            <a:r>
              <a:rPr lang="en-US" sz="1600" b="1" dirty="0"/>
              <a:t>:</a:t>
            </a:r>
            <a:r>
              <a:rPr lang="en-US" sz="1600" dirty="0"/>
              <a:t> VS Code2026, Python 3, Java 17</a:t>
            </a:r>
          </a:p>
          <a:p>
            <a:pPr marL="228600" indent="-228600">
              <a:buFont typeface=""/>
              <a:buChar char="•"/>
            </a:pPr>
            <a:endParaRPr lang="en-US" sz="1600" dirty="0"/>
          </a:p>
          <a:p>
            <a:pPr marL="228600" indent="-228600">
              <a:buFont typeface=""/>
              <a:buChar char="•"/>
            </a:pPr>
            <a:r>
              <a:rPr lang="en-US" sz="1600" b="1" dirty="0"/>
              <a:t>Frameworks:</a:t>
            </a:r>
            <a:r>
              <a:rPr lang="en-US" sz="1600" dirty="0"/>
              <a:t> Spring Boot, FastAPI, React/HTML5</a:t>
            </a:r>
          </a:p>
          <a:p>
            <a:pPr marL="228600" indent="-228600">
              <a:buFont typeface=""/>
              <a:buChar char="•"/>
            </a:pPr>
            <a:endParaRPr lang="en-US" sz="1600" dirty="0"/>
          </a:p>
          <a:p>
            <a:pPr marL="228600" indent="-228600">
              <a:buFont typeface=""/>
              <a:buChar char="•"/>
            </a:pPr>
            <a:r>
              <a:rPr lang="en-US" sz="1600" b="1" dirty="0"/>
              <a:t>Base de Datos:</a:t>
            </a:r>
            <a:r>
              <a:rPr lang="en-US" sz="1600" dirty="0"/>
              <a:t> </a:t>
            </a:r>
            <a:r>
              <a:rPr lang="en-US" sz="1600" dirty="0" err="1"/>
              <a:t>Supabase</a:t>
            </a:r>
            <a:r>
              <a:rPr lang="en-US" sz="1600" dirty="0"/>
              <a:t> (PostgreSQL15 o 16)</a:t>
            </a:r>
          </a:p>
          <a:p>
            <a:pPr marL="228600" indent="-228600">
              <a:buFont typeface=""/>
              <a:buChar char="•"/>
            </a:pPr>
            <a:endParaRPr lang="en-US" sz="1600" dirty="0"/>
          </a:p>
          <a:p>
            <a:pPr marL="228600" indent="-228600">
              <a:buFont typeface=""/>
              <a:buChar char="•"/>
            </a:pPr>
            <a:r>
              <a:rPr lang="en-US" sz="1600" b="1" dirty="0"/>
              <a:t>Control de </a:t>
            </a:r>
            <a:r>
              <a:rPr lang="en-US" sz="1600" b="1" dirty="0" err="1"/>
              <a:t>Versiones</a:t>
            </a:r>
            <a:r>
              <a:rPr lang="en-US" sz="1600" b="1" dirty="0"/>
              <a:t>:</a:t>
            </a:r>
            <a:r>
              <a:rPr lang="en-US" sz="1600" dirty="0"/>
              <a:t> GitHub</a:t>
            </a:r>
          </a:p>
          <a:p>
            <a:pPr marL="228600" indent="-228600">
              <a:buFont typeface=""/>
              <a:buChar char="•"/>
            </a:pPr>
            <a:endParaRPr lang="en-US" sz="1600" dirty="0"/>
          </a:p>
          <a:p>
            <a:pPr marL="228600" indent="-228600">
              <a:buFont typeface=""/>
              <a:buChar char="•"/>
            </a:pPr>
            <a:r>
              <a:rPr lang="en-US" sz="1600" b="1" dirty="0"/>
              <a:t>IA &amp; Integraciones:</a:t>
            </a:r>
            <a:r>
              <a:rPr lang="en-US" sz="1600" dirty="0"/>
              <a:t> OpenCV, Gemini API, Mercado Pago Sandbox, mindicador.cl</a:t>
            </a:r>
          </a:p>
          <a:p>
            <a:endParaRPr lang="en-US" sz="1600" dirty="0"/>
          </a:p>
          <a:p>
            <a:pPr marL="228600" indent="-228600">
              <a:buFont typeface=""/>
              <a:buChar char="•"/>
            </a:pPr>
            <a:r>
              <a:rPr lang="en-US" sz="1600" b="1" dirty="0"/>
              <a:t>Diseño:</a:t>
            </a:r>
            <a:r>
              <a:rPr lang="en-US" sz="1600" dirty="0"/>
              <a:t> Figma, Draw.io</a:t>
            </a:r>
          </a:p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90D960-A835-F9B8-D156-79F851A72C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3" b="28917"/>
          <a:stretch>
            <a:fillRect/>
          </a:stretch>
        </p:blipFill>
        <p:spPr>
          <a:xfrm>
            <a:off x="3410952" y="-3"/>
            <a:ext cx="5733047" cy="27610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6193259-21FC-96CE-B54E-27407A3AD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16472"/>
          <a:stretch>
            <a:fillRect/>
          </a:stretch>
        </p:blipFill>
        <p:spPr>
          <a:xfrm>
            <a:off x="3410953" y="2761056"/>
            <a:ext cx="5733047" cy="238244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7FA111-3938-FF42-3C0D-DF2C0190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6414"/>
            <a:ext cx="4046934" cy="17907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800" b="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Prototipo Inicial del Software</a:t>
            </a:r>
            <a:endParaRPr lang="en-US" sz="3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2761056"/>
            <a:ext cx="851534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92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85E6C-3987-3CA6-42CB-B4AC9EAA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/>
              <a:t>¿Qué aprenderemos en este desafío?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6870B9-2B92-D71C-6C1A-D13F1CC181B4}"/>
              </a:ext>
            </a:extLst>
          </p:cNvPr>
          <p:cNvSpPr txBox="1"/>
          <p:nvPr/>
        </p:nvSpPr>
        <p:spPr>
          <a:xfrm>
            <a:off x="0" y="1005417"/>
            <a:ext cx="9080501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dirty="0"/>
              <a:t>​</a:t>
            </a:r>
            <a:r>
              <a:rPr lang="es-CL" sz="1600" dirty="0"/>
              <a:t>Trabajo Colaborativo: Gestión de proyectos bajo Scrum, control de versiones y flujo de trabajo estructurado en GitHub. </a:t>
            </a:r>
          </a:p>
          <a:p>
            <a:endParaRPr lang="es-CL" sz="1600" dirty="0"/>
          </a:p>
          <a:p>
            <a:r>
              <a:rPr lang="es-CL" sz="1600" dirty="0"/>
              <a:t>​IA Aplicada: Implementación de modelos multimodales (Gemini) y visión por computadora (OpenCV) en entornos transaccionales reales. </a:t>
            </a:r>
          </a:p>
          <a:p>
            <a:r>
              <a:rPr lang="es-CL" sz="1600" dirty="0"/>
              <a:t>​</a:t>
            </a:r>
          </a:p>
          <a:p>
            <a:r>
              <a:rPr lang="es-CL" sz="1600" dirty="0"/>
              <a:t>Arquitectura de Microservicios: Comunicación asíncrona entre servicios Java/Python, consumo de APIs y webhooks de pago. </a:t>
            </a:r>
          </a:p>
          <a:p>
            <a:endParaRPr lang="es-CL" sz="1600" dirty="0"/>
          </a:p>
          <a:p>
            <a:r>
              <a:rPr lang="es-CL" sz="1600" dirty="0"/>
              <a:t>​Consolidación Profesional: Aplicación de estándares de calidad para egresar preparados para la industria de desarrollo de software.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3463202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8C078-D3BC-F041-5854-DB8A88A9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/>
              <a:t>Conclusión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0EE71B-8237-7404-DDB2-EEF8C7A4F10F}"/>
              </a:ext>
            </a:extLst>
          </p:cNvPr>
          <p:cNvSpPr txBox="1"/>
          <p:nvPr/>
        </p:nvSpPr>
        <p:spPr>
          <a:xfrm>
            <a:off x="0" y="977195"/>
            <a:ext cx="9144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dirty="0"/>
              <a:t>​</a:t>
            </a:r>
            <a:r>
              <a:rPr lang="en-US" dirty="0"/>
              <a:t>El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i="1" dirty="0"/>
              <a:t>El Rincón del </a:t>
            </a:r>
            <a:r>
              <a:rPr lang="en-US" i="1" dirty="0" err="1"/>
              <a:t>Dualista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 fundamental para </a:t>
            </a:r>
            <a:r>
              <a:rPr lang="en-US" dirty="0" err="1"/>
              <a:t>formalizar</a:t>
            </a:r>
            <a:r>
              <a:rPr lang="en-US" dirty="0"/>
              <a:t> y </a:t>
            </a:r>
            <a:r>
              <a:rPr lang="en-US" dirty="0" err="1"/>
              <a:t>aportar</a:t>
            </a:r>
            <a:r>
              <a:rPr lang="en-US" dirty="0"/>
              <a:t> </a:t>
            </a:r>
            <a:r>
              <a:rPr lang="en-US" dirty="0" err="1"/>
              <a:t>seguridad</a:t>
            </a:r>
            <a:r>
              <a:rPr lang="en-US" dirty="0"/>
              <a:t> a un mercado </a:t>
            </a:r>
            <a:r>
              <a:rPr lang="en-US" dirty="0" err="1"/>
              <a:t>emergente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mueve</a:t>
            </a:r>
            <a:r>
              <a:rPr lang="en-US" dirty="0"/>
              <a:t> un </a:t>
            </a:r>
            <a:r>
              <a:rPr lang="en-US" dirty="0" err="1"/>
              <a:t>volumen</a:t>
            </a:r>
            <a:r>
              <a:rPr lang="en-US" dirty="0"/>
              <a:t> económico </a:t>
            </a:r>
            <a:r>
              <a:rPr lang="en-US" dirty="0" err="1"/>
              <a:t>significativo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carece</a:t>
            </a:r>
            <a:r>
              <a:rPr lang="en-US" dirty="0"/>
              <a:t> de </a:t>
            </a:r>
            <a:r>
              <a:rPr lang="en-US" dirty="0" err="1"/>
              <a:t>infraestructura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local. Su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</a:t>
            </a:r>
            <a:r>
              <a:rPr lang="en-US" dirty="0" err="1"/>
              <a:t>radica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transparentar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pesos chilenos y </a:t>
            </a:r>
            <a:r>
              <a:rPr lang="en-US" dirty="0" err="1"/>
              <a:t>eliminar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 las </a:t>
            </a:r>
            <a:r>
              <a:rPr lang="en-US" dirty="0" err="1"/>
              <a:t>estafas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transacciones</a:t>
            </a:r>
            <a:r>
              <a:rPr lang="en-US" dirty="0"/>
              <a:t> </a:t>
            </a:r>
            <a:r>
              <a:rPr lang="en-US" dirty="0" err="1"/>
              <a:t>regionales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la custodia de </a:t>
            </a:r>
            <a:r>
              <a:rPr lang="en-US" dirty="0" err="1"/>
              <a:t>pagos</a:t>
            </a:r>
            <a:r>
              <a:rPr lang="en-US" dirty="0"/>
              <a:t>. Como </a:t>
            </a:r>
            <a:r>
              <a:rPr lang="en-US" dirty="0" err="1"/>
              <a:t>equipo</a:t>
            </a:r>
            <a:r>
              <a:rPr lang="en-US" dirty="0"/>
              <a:t>, </a:t>
            </a:r>
            <a:r>
              <a:rPr lang="en-US" dirty="0" err="1"/>
              <a:t>aspiramos</a:t>
            </a:r>
            <a:r>
              <a:rPr lang="en-US" dirty="0"/>
              <a:t> a </a:t>
            </a:r>
            <a:r>
              <a:rPr lang="en-US" dirty="0" err="1"/>
              <a:t>consolidar</a:t>
            </a:r>
            <a:r>
              <a:rPr lang="en-US" dirty="0"/>
              <a:t> </a:t>
            </a:r>
            <a:r>
              <a:rPr lang="en-US" dirty="0" err="1"/>
              <a:t>nuestras</a:t>
            </a:r>
            <a:r>
              <a:rPr lang="en-US" dirty="0"/>
              <a:t> </a:t>
            </a:r>
            <a:r>
              <a:rPr lang="en-US" dirty="0" err="1"/>
              <a:t>competencias</a:t>
            </a:r>
            <a:r>
              <a:rPr lang="en-US" dirty="0"/>
              <a:t> de </a:t>
            </a:r>
            <a:r>
              <a:rPr lang="en-US" dirty="0" err="1"/>
              <a:t>egreso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Ingeniería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Informática</a:t>
            </a:r>
            <a:r>
              <a:rPr lang="en-US" dirty="0"/>
              <a:t> al </a:t>
            </a:r>
            <a:r>
              <a:rPr lang="en-US" dirty="0" err="1"/>
              <a:t>desplegar</a:t>
            </a:r>
            <a:r>
              <a:rPr lang="en-US" dirty="0"/>
              <a:t> un software </a:t>
            </a:r>
            <a:r>
              <a:rPr lang="en-US" dirty="0" err="1"/>
              <a:t>robusto</a:t>
            </a:r>
            <a:r>
              <a:rPr lang="en-US" dirty="0"/>
              <a:t>, </a:t>
            </a:r>
            <a:r>
              <a:rPr lang="en-US" dirty="0" err="1"/>
              <a:t>eficiente</a:t>
            </a:r>
            <a:r>
              <a:rPr lang="en-US" dirty="0"/>
              <a:t> y </a:t>
            </a:r>
            <a:r>
              <a:rPr lang="en-US" dirty="0" err="1"/>
              <a:t>escalable</a:t>
            </a:r>
            <a:r>
              <a:rPr lang="en-US" dirty="0"/>
              <a:t>. Para </a:t>
            </a:r>
            <a:r>
              <a:rPr lang="en-US" dirty="0" err="1"/>
              <a:t>comenzar</a:t>
            </a:r>
            <a:r>
              <a:rPr lang="en-US" dirty="0"/>
              <a:t> </a:t>
            </a:r>
            <a:r>
              <a:rPr lang="en-US" dirty="0" err="1"/>
              <a:t>formalmente</a:t>
            </a:r>
            <a:r>
              <a:rPr lang="en-US" dirty="0"/>
              <a:t> el </a:t>
            </a:r>
            <a:r>
              <a:rPr lang="en-US" dirty="0" err="1"/>
              <a:t>desarrollo</a:t>
            </a:r>
            <a:r>
              <a:rPr lang="en-US" dirty="0"/>
              <a:t>, el </a:t>
            </a:r>
            <a:r>
              <a:rPr lang="en-US" dirty="0" err="1"/>
              <a:t>siguiente</a:t>
            </a:r>
            <a:r>
              <a:rPr lang="en-US" dirty="0"/>
              <a:t> paso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iniciar</a:t>
            </a:r>
            <a:r>
              <a:rPr lang="en-US" dirty="0"/>
              <a:t> la Fase 1 </a:t>
            </a:r>
            <a:r>
              <a:rPr lang="en-US" dirty="0" err="1"/>
              <a:t>enfocada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diseño</a:t>
            </a:r>
            <a:r>
              <a:rPr lang="en-US" dirty="0"/>
              <a:t> de la </a:t>
            </a:r>
            <a:r>
              <a:rPr lang="en-US" dirty="0" err="1"/>
              <a:t>arquitectura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y el </a:t>
            </a:r>
            <a:r>
              <a:rPr lang="en-US" dirty="0" err="1"/>
              <a:t>modelado</a:t>
            </a:r>
            <a:r>
              <a:rPr lang="en-US" dirty="0"/>
              <a:t> de la 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Supabase</a:t>
            </a:r>
            <a:r>
              <a:rPr lang="en-US" dirty="0"/>
              <a:t>.</a:t>
            </a:r>
            <a:r>
              <a:rPr lang="es-CL" dirty="0"/>
              <a:t>​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899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472" y="0"/>
            <a:ext cx="91764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Presentación en pantalla (16:9)</PresentationFormat>
  <Paragraphs>62</Paragraphs>
  <Slides>11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El rincón del duelista </vt:lpstr>
      <vt:lpstr>Contexto y Problemática </vt:lpstr>
      <vt:lpstr>Factibilidad y Potencial de Mercado</vt:lpstr>
      <vt:lpstr>Solución Propuesta</vt:lpstr>
      <vt:lpstr>Objetivos del Proyecto</vt:lpstr>
      <vt:lpstr>Metodología de Desarrollo y Planificación</vt:lpstr>
      <vt:lpstr>Herramientas de Trabajo</vt:lpstr>
      <vt:lpstr>Prototipo Inicial del Software</vt:lpstr>
      <vt:lpstr>¿Qué aprenderemos en este desafío?</vt:lpstr>
      <vt:lpstr>Conclusión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 luarte</cp:lastModifiedBy>
  <cp:revision>28</cp:revision>
  <dcterms:modified xsi:type="dcterms:W3CDTF">2026-09-03T14:13:25Z</dcterms:modified>
</cp:coreProperties>
</file>