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12"/>
  </p:notesMasterIdLst>
  <p:sldIdLst>
    <p:sldId id="256" r:id="rId2"/>
    <p:sldId id="260" r:id="rId3"/>
    <p:sldId id="261" r:id="rId4"/>
    <p:sldId id="262" r:id="rId5"/>
    <p:sldId id="263" r:id="rId6"/>
    <p:sldId id="258" r:id="rId7"/>
    <p:sldId id="264" r:id="rId8"/>
    <p:sldId id="265" r:id="rId9"/>
    <p:sldId id="266" r:id="rId10"/>
    <p:sldId id="259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BBB712-CF40-A5A0-80E2-5C82E78E6398}" v="1" dt="2026-08-20T05:32:09.826"/>
    <p1510:client id="{6936C710-3C7B-5B1A-E95A-B5D3A476755F}" v="229" dt="2026-08-19T23:37:32.816"/>
    <p1510:client id="{693FDF71-E6A1-0071-487D-7B66475B2BE5}" v="1" dt="2026-08-20T03:25:05.490"/>
    <p1510:client id="{700F8988-BD9D-2E1E-8F47-B73D2F1009A2}" v="4" dt="2026-08-20T00:09:27.746"/>
    <p1510:client id="{7D7EEF08-4391-FA86-3438-2DAF9B0171CD}" v="30" dt="2026-08-20T12:48:24.0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ALEJANDRO LUARTE MORALES" userId="S::se.luarte@duocuc.cl::15ee5322-ebfc-45cd-988f-df499a4cf7af" providerId="AD" clId="Web-{7D7EEF08-4391-FA86-3438-2DAF9B0171CD}"/>
    <pc:docChg chg="modSld">
      <pc:chgData name="SEBASTIAN ALEJANDRO LUARTE MORALES" userId="S::se.luarte@duocuc.cl::15ee5322-ebfc-45cd-988f-df499a4cf7af" providerId="AD" clId="Web-{7D7EEF08-4391-FA86-3438-2DAF9B0171CD}" dt="2026-08-20T12:48:24.072" v="14" actId="20577"/>
      <pc:docMkLst>
        <pc:docMk/>
      </pc:docMkLst>
      <pc:sldChg chg="modSp">
        <pc:chgData name="SEBASTIAN ALEJANDRO LUARTE MORALES" userId="S::se.luarte@duocuc.cl::15ee5322-ebfc-45cd-988f-df499a4cf7af" providerId="AD" clId="Web-{7D7EEF08-4391-FA86-3438-2DAF9B0171CD}" dt="2026-08-20T12:48:24.072" v="14" actId="20577"/>
        <pc:sldMkLst>
          <pc:docMk/>
          <pc:sldMk cId="0" sldId="256"/>
        </pc:sldMkLst>
        <pc:spChg chg="mod">
          <ac:chgData name="SEBASTIAN ALEJANDRO LUARTE MORALES" userId="S::se.luarte@duocuc.cl::15ee5322-ebfc-45cd-988f-df499a4cf7af" providerId="AD" clId="Web-{7D7EEF08-4391-FA86-3438-2DAF9B0171CD}" dt="2026-08-20T12:48:24.072" v="14" actId="20577"/>
          <ac:spMkLst>
            <pc:docMk/>
            <pc:sldMk cId="0" sldId="256"/>
            <ac:spMk id="75" creationId="{00000000-0000-0000-0000-000000000000}"/>
          </ac:spMkLst>
        </pc:spChg>
      </pc:sldChg>
    </pc:docChg>
  </pc:docChgLst>
  <pc:docChgLst>
    <pc:chgData name="SEBASTIAN ALEJANDRO LUARTE MORALES" userId="S::se.luarte@duocuc.cl::15ee5322-ebfc-45cd-988f-df499a4cf7af" providerId="AD" clId="Web-{6936C710-3C7B-5B1A-E95A-B5D3A476755F}"/>
    <pc:docChg chg="addSld delSld modSld sldOrd">
      <pc:chgData name="SEBASTIAN ALEJANDRO LUARTE MORALES" userId="S::se.luarte@duocuc.cl::15ee5322-ebfc-45cd-988f-df499a4cf7af" providerId="AD" clId="Web-{6936C710-3C7B-5B1A-E95A-B5D3A476755F}" dt="2026-08-19T23:33:27.462" v="152" actId="14100"/>
      <pc:docMkLst>
        <pc:docMk/>
      </pc:docMkLst>
      <pc:sldChg chg="modSp">
        <pc:chgData name="SEBASTIAN ALEJANDRO LUARTE MORALES" userId="S::se.luarte@duocuc.cl::15ee5322-ebfc-45cd-988f-df499a4cf7af" providerId="AD" clId="Web-{6936C710-3C7B-5B1A-E95A-B5D3A476755F}" dt="2026-08-19T23:06:39.078" v="28" actId="20577"/>
        <pc:sldMkLst>
          <pc:docMk/>
          <pc:sldMk cId="0" sldId="256"/>
        </pc:sldMkLst>
        <pc:spChg chg="mod">
          <ac:chgData name="SEBASTIAN ALEJANDRO LUARTE MORALES" userId="S::se.luarte@duocuc.cl::15ee5322-ebfc-45cd-988f-df499a4cf7af" providerId="AD" clId="Web-{6936C710-3C7B-5B1A-E95A-B5D3A476755F}" dt="2026-08-19T23:05:49.138" v="20" actId="20577"/>
          <ac:spMkLst>
            <pc:docMk/>
            <pc:sldMk cId="0" sldId="256"/>
            <ac:spMk id="74" creationId="{00000000-0000-0000-0000-000000000000}"/>
          </ac:spMkLst>
        </pc:spChg>
        <pc:spChg chg="mod">
          <ac:chgData name="SEBASTIAN ALEJANDRO LUARTE MORALES" userId="S::se.luarte@duocuc.cl::15ee5322-ebfc-45cd-988f-df499a4cf7af" providerId="AD" clId="Web-{6936C710-3C7B-5B1A-E95A-B5D3A476755F}" dt="2026-08-19T23:06:39.078" v="28" actId="20577"/>
          <ac:spMkLst>
            <pc:docMk/>
            <pc:sldMk cId="0" sldId="256"/>
            <ac:spMk id="75" creationId="{00000000-0000-0000-0000-000000000000}"/>
          </ac:spMkLst>
        </pc:spChg>
      </pc:sldChg>
      <pc:sldChg chg="del">
        <pc:chgData name="SEBASTIAN ALEJANDRO LUARTE MORALES" userId="S::se.luarte@duocuc.cl::15ee5322-ebfc-45cd-988f-df499a4cf7af" providerId="AD" clId="Web-{6936C710-3C7B-5B1A-E95A-B5D3A476755F}" dt="2026-08-19T23:06:42.265" v="29"/>
        <pc:sldMkLst>
          <pc:docMk/>
          <pc:sldMk cId="0" sldId="257"/>
        </pc:sldMkLst>
      </pc:sldChg>
      <pc:sldChg chg="addSp delSp modSp ord delAnim">
        <pc:chgData name="SEBASTIAN ALEJANDRO LUARTE MORALES" userId="S::se.luarte@duocuc.cl::15ee5322-ebfc-45cd-988f-df499a4cf7af" providerId="AD" clId="Web-{6936C710-3C7B-5B1A-E95A-B5D3A476755F}" dt="2026-08-19T23:27:33.698" v="118" actId="20577"/>
        <pc:sldMkLst>
          <pc:docMk/>
          <pc:sldMk cId="0" sldId="258"/>
        </pc:sldMkLst>
        <pc:spChg chg="add mod">
          <ac:chgData name="SEBASTIAN ALEJANDRO LUARTE MORALES" userId="S::se.luarte@duocuc.cl::15ee5322-ebfc-45cd-988f-df499a4cf7af" providerId="AD" clId="Web-{6936C710-3C7B-5B1A-E95A-B5D3A476755F}" dt="2026-08-19T23:27:33.698" v="118" actId="20577"/>
          <ac:spMkLst>
            <pc:docMk/>
            <pc:sldMk cId="0" sldId="258"/>
            <ac:spMk id="2" creationId="{106CB0CF-4AF8-BC34-CA11-5426D6BF8915}"/>
          </ac:spMkLst>
        </pc:spChg>
        <pc:spChg chg="mod">
          <ac:chgData name="SEBASTIAN ALEJANDRO LUARTE MORALES" userId="S::se.luarte@duocuc.cl::15ee5322-ebfc-45cd-988f-df499a4cf7af" providerId="AD" clId="Web-{6936C710-3C7B-5B1A-E95A-B5D3A476755F}" dt="2026-08-19T23:27:05.572" v="95" actId="20577"/>
          <ac:spMkLst>
            <pc:docMk/>
            <pc:sldMk cId="0" sldId="258"/>
            <ac:spMk id="86" creationId="{00000000-0000-0000-0000-000000000000}"/>
          </ac:spMkLst>
        </pc:spChg>
        <pc:picChg chg="del">
          <ac:chgData name="SEBASTIAN ALEJANDRO LUARTE MORALES" userId="S::se.luarte@duocuc.cl::15ee5322-ebfc-45cd-988f-df499a4cf7af" providerId="AD" clId="Web-{6936C710-3C7B-5B1A-E95A-B5D3A476755F}" dt="2026-08-19T23:27:07.166" v="96"/>
          <ac:picMkLst>
            <pc:docMk/>
            <pc:sldMk cId="0" sldId="258"/>
            <ac:picMk id="87" creationId="{00000000-0000-0000-0000-000000000000}"/>
          </ac:picMkLst>
        </pc:picChg>
      </pc:sldChg>
      <pc:sldChg chg="new del">
        <pc:chgData name="SEBASTIAN ALEJANDRO LUARTE MORALES" userId="S::se.luarte@duocuc.cl::15ee5322-ebfc-45cd-988f-df499a4cf7af" providerId="AD" clId="Web-{6936C710-3C7B-5B1A-E95A-B5D3A476755F}" dt="2026-08-19T23:06:50.219" v="31"/>
        <pc:sldMkLst>
          <pc:docMk/>
          <pc:sldMk cId="1900520978" sldId="260"/>
        </pc:sldMkLst>
      </pc:sldChg>
      <pc:sldChg chg="addSp modSp new">
        <pc:chgData name="SEBASTIAN ALEJANDRO LUARTE MORALES" userId="S::se.luarte@duocuc.cl::15ee5322-ebfc-45cd-988f-df499a4cf7af" providerId="AD" clId="Web-{6936C710-3C7B-5B1A-E95A-B5D3A476755F}" dt="2026-08-19T23:23:26.844" v="49" actId="20577"/>
        <pc:sldMkLst>
          <pc:docMk/>
          <pc:sldMk cId="2935407007" sldId="260"/>
        </pc:sldMkLst>
        <pc:spChg chg="mod">
          <ac:chgData name="SEBASTIAN ALEJANDRO LUARTE MORALES" userId="S::se.luarte@duocuc.cl::15ee5322-ebfc-45cd-988f-df499a4cf7af" providerId="AD" clId="Web-{6936C710-3C7B-5B1A-E95A-B5D3A476755F}" dt="2026-08-19T23:23:00.999" v="40" actId="20577"/>
          <ac:spMkLst>
            <pc:docMk/>
            <pc:sldMk cId="2935407007" sldId="260"/>
            <ac:spMk id="2" creationId="{F1BACD24-87E9-9722-1EA6-5459CFED3ACD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23:26.844" v="49" actId="20577"/>
          <ac:spMkLst>
            <pc:docMk/>
            <pc:sldMk cId="2935407007" sldId="260"/>
            <ac:spMk id="3" creationId="{AF00062E-4695-2997-2ED4-604135385582}"/>
          </ac:spMkLst>
        </pc:spChg>
      </pc:sldChg>
      <pc:sldChg chg="addSp modSp new">
        <pc:chgData name="SEBASTIAN ALEJANDRO LUARTE MORALES" userId="S::se.luarte@duocuc.cl::15ee5322-ebfc-45cd-988f-df499a4cf7af" providerId="AD" clId="Web-{6936C710-3C7B-5B1A-E95A-B5D3A476755F}" dt="2026-08-19T23:24:14.580" v="59" actId="20577"/>
        <pc:sldMkLst>
          <pc:docMk/>
          <pc:sldMk cId="4133833237" sldId="261"/>
        </pc:sldMkLst>
        <pc:spChg chg="mod">
          <ac:chgData name="SEBASTIAN ALEJANDRO LUARTE MORALES" userId="S::se.luarte@duocuc.cl::15ee5322-ebfc-45cd-988f-df499a4cf7af" providerId="AD" clId="Web-{6936C710-3C7B-5B1A-E95A-B5D3A476755F}" dt="2026-08-19T23:23:42.267" v="51" actId="20577"/>
          <ac:spMkLst>
            <pc:docMk/>
            <pc:sldMk cId="4133833237" sldId="261"/>
            <ac:spMk id="2" creationId="{33DDB69D-634B-B21C-5CC0-87D3F4C3527E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24:14.580" v="59" actId="20577"/>
          <ac:spMkLst>
            <pc:docMk/>
            <pc:sldMk cId="4133833237" sldId="261"/>
            <ac:spMk id="3" creationId="{81B02154-796E-3C66-019E-0C14AA81B597}"/>
          </ac:spMkLst>
        </pc:spChg>
      </pc:sldChg>
      <pc:sldChg chg="addSp modSp new">
        <pc:chgData name="SEBASTIAN ALEJANDRO LUARTE MORALES" userId="S::se.luarte@duocuc.cl::15ee5322-ebfc-45cd-988f-df499a4cf7af" providerId="AD" clId="Web-{6936C710-3C7B-5B1A-E95A-B5D3A476755F}" dt="2026-08-19T23:24:46.504" v="70" actId="20577"/>
        <pc:sldMkLst>
          <pc:docMk/>
          <pc:sldMk cId="3536976449" sldId="262"/>
        </pc:sldMkLst>
        <pc:spChg chg="mod">
          <ac:chgData name="SEBASTIAN ALEJANDRO LUARTE MORALES" userId="S::se.luarte@duocuc.cl::15ee5322-ebfc-45cd-988f-df499a4cf7af" providerId="AD" clId="Web-{6936C710-3C7B-5B1A-E95A-B5D3A476755F}" dt="2026-08-19T23:24:29.237" v="61" actId="20577"/>
          <ac:spMkLst>
            <pc:docMk/>
            <pc:sldMk cId="3536976449" sldId="262"/>
            <ac:spMk id="2" creationId="{CE00715D-FCA5-A4F8-0869-E858BE5653F6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24:46.504" v="70" actId="20577"/>
          <ac:spMkLst>
            <pc:docMk/>
            <pc:sldMk cId="3536976449" sldId="262"/>
            <ac:spMk id="3" creationId="{FEF48F43-7BF8-6B01-DF91-91A0B5D4FBBB}"/>
          </ac:spMkLst>
        </pc:spChg>
      </pc:sldChg>
      <pc:sldChg chg="addSp modSp new">
        <pc:chgData name="SEBASTIAN ALEJANDRO LUARTE MORALES" userId="S::se.luarte@duocuc.cl::15ee5322-ebfc-45cd-988f-df499a4cf7af" providerId="AD" clId="Web-{6936C710-3C7B-5B1A-E95A-B5D3A476755F}" dt="2026-08-19T23:33:27.462" v="152" actId="14100"/>
        <pc:sldMkLst>
          <pc:docMk/>
          <pc:sldMk cId="894440102" sldId="263"/>
        </pc:sldMkLst>
        <pc:spChg chg="mod">
          <ac:chgData name="SEBASTIAN ALEJANDRO LUARTE MORALES" userId="S::se.luarte@duocuc.cl::15ee5322-ebfc-45cd-988f-df499a4cf7af" providerId="AD" clId="Web-{6936C710-3C7B-5B1A-E95A-B5D3A476755F}" dt="2026-08-19T23:24:58.707" v="72" actId="20577"/>
          <ac:spMkLst>
            <pc:docMk/>
            <pc:sldMk cId="894440102" sldId="263"/>
            <ac:spMk id="2" creationId="{02CCDBB6-995B-2D57-41EC-EE76A3278ECB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33:27.462" v="152" actId="14100"/>
          <ac:spMkLst>
            <pc:docMk/>
            <pc:sldMk cId="894440102" sldId="263"/>
            <ac:spMk id="3" creationId="{527FCDC2-31D9-3F0B-217D-6FB5D8EDAF44}"/>
          </ac:spMkLst>
        </pc:spChg>
      </pc:sldChg>
      <pc:sldChg chg="modSp new">
        <pc:chgData name="SEBASTIAN ALEJANDRO LUARTE MORALES" userId="S::se.luarte@duocuc.cl::15ee5322-ebfc-45cd-988f-df499a4cf7af" providerId="AD" clId="Web-{6936C710-3C7B-5B1A-E95A-B5D3A476755F}" dt="2026-08-19T23:27:55.464" v="120" actId="20577"/>
        <pc:sldMkLst>
          <pc:docMk/>
          <pc:sldMk cId="873921986" sldId="264"/>
        </pc:sldMkLst>
        <pc:spChg chg="mod">
          <ac:chgData name="SEBASTIAN ALEJANDRO LUARTE MORALES" userId="S::se.luarte@duocuc.cl::15ee5322-ebfc-45cd-988f-df499a4cf7af" providerId="AD" clId="Web-{6936C710-3C7B-5B1A-E95A-B5D3A476755F}" dt="2026-08-19T23:27:55.464" v="120" actId="20577"/>
          <ac:spMkLst>
            <pc:docMk/>
            <pc:sldMk cId="873921986" sldId="264"/>
            <ac:spMk id="2" creationId="{117FA111-3938-FF42-3C0D-DF2C01904581}"/>
          </ac:spMkLst>
        </pc:spChg>
      </pc:sldChg>
      <pc:sldChg chg="addSp modSp new">
        <pc:chgData name="SEBASTIAN ALEJANDRO LUARTE MORALES" userId="S::se.luarte@duocuc.cl::15ee5322-ebfc-45cd-988f-df499a4cf7af" providerId="AD" clId="Web-{6936C710-3C7B-5B1A-E95A-B5D3A476755F}" dt="2026-08-19T23:28:44.076" v="133" actId="14100"/>
        <pc:sldMkLst>
          <pc:docMk/>
          <pc:sldMk cId="3463202127" sldId="265"/>
        </pc:sldMkLst>
        <pc:spChg chg="mod">
          <ac:chgData name="SEBASTIAN ALEJANDRO LUARTE MORALES" userId="S::se.luarte@duocuc.cl::15ee5322-ebfc-45cd-988f-df499a4cf7af" providerId="AD" clId="Web-{6936C710-3C7B-5B1A-E95A-B5D3A476755F}" dt="2026-08-19T23:28:11.637" v="122" actId="20577"/>
          <ac:spMkLst>
            <pc:docMk/>
            <pc:sldMk cId="3463202127" sldId="265"/>
            <ac:spMk id="2" creationId="{8DF85E6C-3987-3CA6-42CB-B4AC9EAA7909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28:44.076" v="133" actId="14100"/>
          <ac:spMkLst>
            <pc:docMk/>
            <pc:sldMk cId="3463202127" sldId="265"/>
            <ac:spMk id="3" creationId="{246870B9-2B92-D71C-6C1A-D13F1CC181B4}"/>
          </ac:spMkLst>
        </pc:spChg>
      </pc:sldChg>
      <pc:sldChg chg="addSp modSp new">
        <pc:chgData name="SEBASTIAN ALEJANDRO LUARTE MORALES" userId="S::se.luarte@duocuc.cl::15ee5322-ebfc-45cd-988f-df499a4cf7af" providerId="AD" clId="Web-{6936C710-3C7B-5B1A-E95A-B5D3A476755F}" dt="2026-08-19T23:29:14.780" v="141" actId="1076"/>
        <pc:sldMkLst>
          <pc:docMk/>
          <pc:sldMk cId="3028995473" sldId="266"/>
        </pc:sldMkLst>
        <pc:spChg chg="mod">
          <ac:chgData name="SEBASTIAN ALEJANDRO LUARTE MORALES" userId="S::se.luarte@duocuc.cl::15ee5322-ebfc-45cd-988f-df499a4cf7af" providerId="AD" clId="Web-{6936C710-3C7B-5B1A-E95A-B5D3A476755F}" dt="2026-08-19T23:28:58.076" v="135" actId="20577"/>
          <ac:spMkLst>
            <pc:docMk/>
            <pc:sldMk cId="3028995473" sldId="266"/>
            <ac:spMk id="2" creationId="{9588C078-D3BC-F041-5854-DB8A88A9872F}"/>
          </ac:spMkLst>
        </pc:spChg>
        <pc:spChg chg="add mod">
          <ac:chgData name="SEBASTIAN ALEJANDRO LUARTE MORALES" userId="S::se.luarte@duocuc.cl::15ee5322-ebfc-45cd-988f-df499a4cf7af" providerId="AD" clId="Web-{6936C710-3C7B-5B1A-E95A-B5D3A476755F}" dt="2026-08-19T23:29:14.780" v="141" actId="1076"/>
          <ac:spMkLst>
            <pc:docMk/>
            <pc:sldMk cId="3028995473" sldId="266"/>
            <ac:spMk id="3" creationId="{CD0EE71B-8237-7404-DDB2-EEF8C7A4F10F}"/>
          </ac:spMkLst>
        </pc:spChg>
      </pc:sldChg>
    </pc:docChg>
  </pc:docChgLst>
  <pc:docChgLst>
    <pc:chgData name="AMARO ANTONIO CONTRERAS CASTRO" userId="S::am.contreras@duocuc.cl::3696faf9-2e1e-4ad4-a4ff-341280cbe2d3" providerId="AD" clId="Web-{693FDF71-E6A1-0071-487D-7B66475B2BE5}"/>
    <pc:docChg chg="modSld">
      <pc:chgData name="AMARO ANTONIO CONTRERAS CASTRO" userId="S::am.contreras@duocuc.cl::3696faf9-2e1e-4ad4-a4ff-341280cbe2d3" providerId="AD" clId="Web-{693FDF71-E6A1-0071-487D-7B66475B2BE5}" dt="2026-08-20T03:25:09.506" v="1"/>
      <pc:docMkLst>
        <pc:docMk/>
      </pc:docMkLst>
      <pc:sldChg chg="addSp modSp mod setBg">
        <pc:chgData name="AMARO ANTONIO CONTRERAS CASTRO" userId="S::am.contreras@duocuc.cl::3696faf9-2e1e-4ad4-a4ff-341280cbe2d3" providerId="AD" clId="Web-{693FDF71-E6A1-0071-487D-7B66475B2BE5}" dt="2026-08-20T03:25:09.506" v="1"/>
        <pc:sldMkLst>
          <pc:docMk/>
          <pc:sldMk cId="873921986" sldId="264"/>
        </pc:sldMkLst>
        <pc:spChg chg="mod">
          <ac:chgData name="AMARO ANTONIO CONTRERAS CASTRO" userId="S::am.contreras@duocuc.cl::3696faf9-2e1e-4ad4-a4ff-341280cbe2d3" providerId="AD" clId="Web-{693FDF71-E6A1-0071-487D-7B66475B2BE5}" dt="2026-08-20T03:25:09.506" v="1"/>
          <ac:spMkLst>
            <pc:docMk/>
            <pc:sldMk cId="873921986" sldId="264"/>
            <ac:spMk id="2" creationId="{117FA111-3938-FF42-3C0D-DF2C01904581}"/>
          </ac:spMkLst>
        </pc:spChg>
        <pc:spChg chg="add">
          <ac:chgData name="AMARO ANTONIO CONTRERAS CASTRO" userId="S::am.contreras@duocuc.cl::3696faf9-2e1e-4ad4-a4ff-341280cbe2d3" providerId="AD" clId="Web-{693FDF71-E6A1-0071-487D-7B66475B2BE5}" dt="2026-08-20T03:25:09.506" v="1"/>
          <ac:spMkLst>
            <pc:docMk/>
            <pc:sldMk cId="873921986" sldId="264"/>
            <ac:spMk id="8" creationId="{53F29798-D584-4792-9B62-3F5F5C36D619}"/>
          </ac:spMkLst>
        </pc:spChg>
        <pc:picChg chg="add mod">
          <ac:chgData name="AMARO ANTONIO CONTRERAS CASTRO" userId="S::am.contreras@duocuc.cl::3696faf9-2e1e-4ad4-a4ff-341280cbe2d3" providerId="AD" clId="Web-{693FDF71-E6A1-0071-487D-7B66475B2BE5}" dt="2026-08-20T03:25:09.506" v="1"/>
          <ac:picMkLst>
            <pc:docMk/>
            <pc:sldMk cId="873921986" sldId="264"/>
            <ac:picMk id="3" creationId="{16193259-21FC-96CE-B54E-27407A3AD89A}"/>
          </ac:picMkLst>
        </pc:picChg>
      </pc:sldChg>
    </pc:docChg>
  </pc:docChgLst>
  <pc:docChgLst>
    <pc:chgData name="SEBASTIAN ALEJANDRO LUARTE MORALES" userId="S::se.luarte@duocuc.cl::15ee5322-ebfc-45cd-988f-df499a4cf7af" providerId="AD" clId="Web-{700F8988-BD9D-2E1E-8F47-B73D2F1009A2}"/>
    <pc:docChg chg="modSld">
      <pc:chgData name="SEBASTIAN ALEJANDRO LUARTE MORALES" userId="S::se.luarte@duocuc.cl::15ee5322-ebfc-45cd-988f-df499a4cf7af" providerId="AD" clId="Web-{700F8988-BD9D-2E1E-8F47-B73D2F1009A2}" dt="2026-08-20T00:09:27.730" v="1" actId="20577"/>
      <pc:docMkLst>
        <pc:docMk/>
      </pc:docMkLst>
      <pc:sldChg chg="modSp">
        <pc:chgData name="SEBASTIAN ALEJANDRO LUARTE MORALES" userId="S::se.luarte@duocuc.cl::15ee5322-ebfc-45cd-988f-df499a4cf7af" providerId="AD" clId="Web-{700F8988-BD9D-2E1E-8F47-B73D2F1009A2}" dt="2026-08-20T00:09:27.730" v="1" actId="20577"/>
        <pc:sldMkLst>
          <pc:docMk/>
          <pc:sldMk cId="894440102" sldId="263"/>
        </pc:sldMkLst>
        <pc:spChg chg="mod">
          <ac:chgData name="SEBASTIAN ALEJANDRO LUARTE MORALES" userId="S::se.luarte@duocuc.cl::15ee5322-ebfc-45cd-988f-df499a4cf7af" providerId="AD" clId="Web-{700F8988-BD9D-2E1E-8F47-B73D2F1009A2}" dt="2026-08-20T00:09:27.730" v="1" actId="20577"/>
          <ac:spMkLst>
            <pc:docMk/>
            <pc:sldMk cId="894440102" sldId="263"/>
            <ac:spMk id="3" creationId="{527FCDC2-31D9-3F0B-217D-6FB5D8EDAF44}"/>
          </ac:spMkLst>
        </pc:spChg>
      </pc:sldChg>
    </pc:docChg>
  </pc:docChgLst>
  <pc:docChgLst>
    <pc:chgData name="AMARO ANTONIO CONTRERAS CASTRO" userId="S::am.contreras@duocuc.cl::3696faf9-2e1e-4ad4-a4ff-341280cbe2d3" providerId="AD" clId="Web-{43BBB712-CF40-A5A0-80E2-5C82E78E6398}"/>
    <pc:docChg chg="modSld">
      <pc:chgData name="AMARO ANTONIO CONTRERAS CASTRO" userId="S::am.contreras@duocuc.cl::3696faf9-2e1e-4ad4-a4ff-341280cbe2d3" providerId="AD" clId="Web-{43BBB712-CF40-A5A0-80E2-5C82E78E6398}" dt="2026-08-20T05:32:14.295" v="1"/>
      <pc:docMkLst>
        <pc:docMk/>
      </pc:docMkLst>
      <pc:sldChg chg="addSp delSp modSp">
        <pc:chgData name="AMARO ANTONIO CONTRERAS CASTRO" userId="S::am.contreras@duocuc.cl::3696faf9-2e1e-4ad4-a4ff-341280cbe2d3" providerId="AD" clId="Web-{43BBB712-CF40-A5A0-80E2-5C82E78E6398}" dt="2026-08-20T05:32:14.295" v="1"/>
        <pc:sldMkLst>
          <pc:docMk/>
          <pc:sldMk cId="873921986" sldId="264"/>
        </pc:sldMkLst>
        <pc:spChg chg="mod ord">
          <ac:chgData name="AMARO ANTONIO CONTRERAS CASTRO" userId="S::am.contreras@duocuc.cl::3696faf9-2e1e-4ad4-a4ff-341280cbe2d3" providerId="AD" clId="Web-{43BBB712-CF40-A5A0-80E2-5C82E78E6398}" dt="2026-08-20T05:32:14.295" v="1"/>
          <ac:spMkLst>
            <pc:docMk/>
            <pc:sldMk cId="873921986" sldId="264"/>
            <ac:spMk id="2" creationId="{117FA111-3938-FF42-3C0D-DF2C01904581}"/>
          </ac:spMkLst>
        </pc:spChg>
        <pc:spChg chg="del">
          <ac:chgData name="AMARO ANTONIO CONTRERAS CASTRO" userId="S::am.contreras@duocuc.cl::3696faf9-2e1e-4ad4-a4ff-341280cbe2d3" providerId="AD" clId="Web-{43BBB712-CF40-A5A0-80E2-5C82E78E6398}" dt="2026-08-20T05:32:14.295" v="1"/>
          <ac:spMkLst>
            <pc:docMk/>
            <pc:sldMk cId="873921986" sldId="264"/>
            <ac:spMk id="8" creationId="{53F29798-D584-4792-9B62-3F5F5C36D619}"/>
          </ac:spMkLst>
        </pc:spChg>
        <pc:spChg chg="add">
          <ac:chgData name="AMARO ANTONIO CONTRERAS CASTRO" userId="S::am.contreras@duocuc.cl::3696faf9-2e1e-4ad4-a4ff-341280cbe2d3" providerId="AD" clId="Web-{43BBB712-CF40-A5A0-80E2-5C82E78E6398}" dt="2026-08-20T05:32:14.295" v="1"/>
          <ac:spMkLst>
            <pc:docMk/>
            <pc:sldMk cId="873921986" sldId="264"/>
            <ac:spMk id="13" creationId="{27BDFED6-6E33-4606-AFE2-886ADB1C018E}"/>
          </ac:spMkLst>
        </pc:spChg>
        <pc:spChg chg="add">
          <ac:chgData name="AMARO ANTONIO CONTRERAS CASTRO" userId="S::am.contreras@duocuc.cl::3696faf9-2e1e-4ad4-a4ff-341280cbe2d3" providerId="AD" clId="Web-{43BBB712-CF40-A5A0-80E2-5C82E78E6398}" dt="2026-08-20T05:32:14.295" v="1"/>
          <ac:spMkLst>
            <pc:docMk/>
            <pc:sldMk cId="873921986" sldId="264"/>
            <ac:spMk id="15" creationId="{890DEF05-784E-4B61-89E4-04C4ECF4E5A0}"/>
          </ac:spMkLst>
        </pc:spChg>
        <pc:picChg chg="mod ord">
          <ac:chgData name="AMARO ANTONIO CONTRERAS CASTRO" userId="S::am.contreras@duocuc.cl::3696faf9-2e1e-4ad4-a4ff-341280cbe2d3" providerId="AD" clId="Web-{43BBB712-CF40-A5A0-80E2-5C82E78E6398}" dt="2026-08-20T05:32:14.295" v="1"/>
          <ac:picMkLst>
            <pc:docMk/>
            <pc:sldMk cId="873921986" sldId="264"/>
            <ac:picMk id="3" creationId="{16193259-21FC-96CE-B54E-27407A3AD89A}"/>
          </ac:picMkLst>
        </pc:picChg>
        <pc:picChg chg="add mod">
          <ac:chgData name="AMARO ANTONIO CONTRERAS CASTRO" userId="S::am.contreras@duocuc.cl::3696faf9-2e1e-4ad4-a4ff-341280cbe2d3" providerId="AD" clId="Web-{43BBB712-CF40-A5A0-80E2-5C82E78E6398}" dt="2026-08-20T05:32:14.295" v="1"/>
          <ac:picMkLst>
            <pc:docMk/>
            <pc:sldMk cId="873921986" sldId="264"/>
            <ac:picMk id="4" creationId="{1B90D960-A835-F9B8-D156-79F851A72C33}"/>
          </ac:picMkLst>
        </pc:picChg>
        <pc:cxnChg chg="add">
          <ac:chgData name="AMARO ANTONIO CONTRERAS CASTRO" userId="S::am.contreras@duocuc.cl::3696faf9-2e1e-4ad4-a4ff-341280cbe2d3" providerId="AD" clId="Web-{43BBB712-CF40-A5A0-80E2-5C82E78E6398}" dt="2026-08-20T05:32:14.295" v="1"/>
          <ac:cxnSpMkLst>
            <pc:docMk/>
            <pc:sldMk cId="873921986" sldId="264"/>
            <ac:cxnSpMk id="17" creationId="{C41BAEC7-F7B0-4224-8B18-8F74B7D87F0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a3f3d1d69_0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8a3f3d1d69_0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8a3f3d1d6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8a3f3d1d6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7c58eef5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7c58eef5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80"/>
            <a:ext cx="9143683" cy="514331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290910" y="3957015"/>
            <a:ext cx="30846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17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290910" y="4371687"/>
            <a:ext cx="3962700" cy="1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290910" y="4304541"/>
            <a:ext cx="4022703" cy="0"/>
          </a:xfrm>
          <a:custGeom>
            <a:avLst/>
            <a:gdLst/>
            <a:ahLst/>
            <a:cxnLst/>
            <a:rect l="l" t="t" r="r" b="b"/>
            <a:pathLst>
              <a:path w="8841105" h="120000" extrusionOk="0">
                <a:moveTo>
                  <a:pt x="0" y="0"/>
                </a:moveTo>
                <a:lnTo>
                  <a:pt x="8840652" y="0"/>
                </a:lnTo>
              </a:path>
            </a:pathLst>
          </a:custGeom>
          <a:noFill/>
          <a:ln w="47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2180581" y="3160899"/>
            <a:ext cx="44493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330767" y="4640017"/>
            <a:ext cx="717112" cy="232585"/>
          </a:xfrm>
          <a:custGeom>
            <a:avLst/>
            <a:gdLst/>
            <a:ahLst/>
            <a:cxnLst/>
            <a:rect l="l" t="t" r="r" b="b"/>
            <a:pathLst>
              <a:path w="1576070" h="511175" extrusionOk="0">
                <a:moveTo>
                  <a:pt x="441172" y="241312"/>
                </a:moveTo>
                <a:lnTo>
                  <a:pt x="435267" y="179641"/>
                </a:lnTo>
                <a:lnTo>
                  <a:pt x="418414" y="127673"/>
                </a:lnTo>
                <a:lnTo>
                  <a:pt x="392747" y="86601"/>
                </a:lnTo>
                <a:lnTo>
                  <a:pt x="391845" y="85153"/>
                </a:lnTo>
                <a:lnTo>
                  <a:pt x="356819" y="51803"/>
                </a:lnTo>
                <a:lnTo>
                  <a:pt x="322008" y="30734"/>
                </a:lnTo>
                <a:lnTo>
                  <a:pt x="322008" y="245008"/>
                </a:lnTo>
                <a:lnTo>
                  <a:pt x="316547" y="299389"/>
                </a:lnTo>
                <a:lnTo>
                  <a:pt x="300736" y="343433"/>
                </a:lnTo>
                <a:lnTo>
                  <a:pt x="275463" y="377329"/>
                </a:lnTo>
                <a:lnTo>
                  <a:pt x="241617" y="401231"/>
                </a:lnTo>
                <a:lnTo>
                  <a:pt x="200088" y="415315"/>
                </a:lnTo>
                <a:lnTo>
                  <a:pt x="151752" y="419722"/>
                </a:lnTo>
                <a:lnTo>
                  <a:pt x="141351" y="419684"/>
                </a:lnTo>
                <a:lnTo>
                  <a:pt x="130746" y="419442"/>
                </a:lnTo>
                <a:lnTo>
                  <a:pt x="120827" y="418769"/>
                </a:lnTo>
                <a:lnTo>
                  <a:pt x="112496" y="417474"/>
                </a:lnTo>
                <a:lnTo>
                  <a:pt x="112496" y="91033"/>
                </a:lnTo>
                <a:lnTo>
                  <a:pt x="121119" y="89408"/>
                </a:lnTo>
                <a:lnTo>
                  <a:pt x="132499" y="87985"/>
                </a:lnTo>
                <a:lnTo>
                  <a:pt x="146659" y="86982"/>
                </a:lnTo>
                <a:lnTo>
                  <a:pt x="163601" y="86601"/>
                </a:lnTo>
                <a:lnTo>
                  <a:pt x="209257" y="90881"/>
                </a:lnTo>
                <a:lnTo>
                  <a:pt x="248094" y="103809"/>
                </a:lnTo>
                <a:lnTo>
                  <a:pt x="279450" y="125552"/>
                </a:lnTo>
                <a:lnTo>
                  <a:pt x="302653" y="156235"/>
                </a:lnTo>
                <a:lnTo>
                  <a:pt x="317055" y="196011"/>
                </a:lnTo>
                <a:lnTo>
                  <a:pt x="322008" y="245008"/>
                </a:lnTo>
                <a:lnTo>
                  <a:pt x="322008" y="30734"/>
                </a:lnTo>
                <a:lnTo>
                  <a:pt x="318211" y="28422"/>
                </a:lnTo>
                <a:lnTo>
                  <a:pt x="272313" y="12306"/>
                </a:lnTo>
                <a:lnTo>
                  <a:pt x="217411" y="2997"/>
                </a:lnTo>
                <a:lnTo>
                  <a:pt x="151752" y="0"/>
                </a:lnTo>
                <a:lnTo>
                  <a:pt x="110134" y="685"/>
                </a:lnTo>
                <a:lnTo>
                  <a:pt x="70319" y="2768"/>
                </a:lnTo>
                <a:lnTo>
                  <a:pt x="33286" y="6235"/>
                </a:lnTo>
                <a:lnTo>
                  <a:pt x="0" y="11099"/>
                </a:lnTo>
                <a:lnTo>
                  <a:pt x="0" y="500392"/>
                </a:lnTo>
                <a:lnTo>
                  <a:pt x="23342" y="503123"/>
                </a:lnTo>
                <a:lnTo>
                  <a:pt x="52374" y="505485"/>
                </a:lnTo>
                <a:lnTo>
                  <a:pt x="87236" y="507161"/>
                </a:lnTo>
                <a:lnTo>
                  <a:pt x="128054" y="507796"/>
                </a:lnTo>
                <a:lnTo>
                  <a:pt x="184556" y="505294"/>
                </a:lnTo>
                <a:lnTo>
                  <a:pt x="236435" y="497713"/>
                </a:lnTo>
                <a:lnTo>
                  <a:pt x="283171" y="484936"/>
                </a:lnTo>
                <a:lnTo>
                  <a:pt x="324205" y="466864"/>
                </a:lnTo>
                <a:lnTo>
                  <a:pt x="359029" y="443407"/>
                </a:lnTo>
                <a:lnTo>
                  <a:pt x="382054" y="419722"/>
                </a:lnTo>
                <a:lnTo>
                  <a:pt x="385749" y="415925"/>
                </a:lnTo>
                <a:lnTo>
                  <a:pt x="408393" y="382181"/>
                </a:lnTo>
                <a:lnTo>
                  <a:pt x="425894" y="341972"/>
                </a:lnTo>
                <a:lnTo>
                  <a:pt x="437172" y="295097"/>
                </a:lnTo>
                <a:lnTo>
                  <a:pt x="441172" y="241312"/>
                </a:lnTo>
                <a:close/>
              </a:path>
              <a:path w="1576070" h="511175" extrusionOk="0">
                <a:moveTo>
                  <a:pt x="827582" y="502602"/>
                </a:moveTo>
                <a:lnTo>
                  <a:pt x="826503" y="478307"/>
                </a:lnTo>
                <a:lnTo>
                  <a:pt x="825550" y="450888"/>
                </a:lnTo>
                <a:lnTo>
                  <a:pt x="824865" y="420268"/>
                </a:lnTo>
                <a:lnTo>
                  <a:pt x="824611" y="386397"/>
                </a:lnTo>
                <a:lnTo>
                  <a:pt x="824611" y="140639"/>
                </a:lnTo>
                <a:lnTo>
                  <a:pt x="712089" y="140639"/>
                </a:lnTo>
                <a:lnTo>
                  <a:pt x="712089" y="365671"/>
                </a:lnTo>
                <a:lnTo>
                  <a:pt x="710641" y="373811"/>
                </a:lnTo>
                <a:lnTo>
                  <a:pt x="688695" y="406768"/>
                </a:lnTo>
                <a:lnTo>
                  <a:pt x="651395" y="419722"/>
                </a:lnTo>
                <a:lnTo>
                  <a:pt x="625627" y="413918"/>
                </a:lnTo>
                <a:lnTo>
                  <a:pt x="607910" y="397230"/>
                </a:lnTo>
                <a:lnTo>
                  <a:pt x="597687" y="370674"/>
                </a:lnTo>
                <a:lnTo>
                  <a:pt x="594398" y="335330"/>
                </a:lnTo>
                <a:lnTo>
                  <a:pt x="594398" y="140639"/>
                </a:lnTo>
                <a:lnTo>
                  <a:pt x="481888" y="140639"/>
                </a:lnTo>
                <a:lnTo>
                  <a:pt x="481888" y="353072"/>
                </a:lnTo>
                <a:lnTo>
                  <a:pt x="488022" y="412394"/>
                </a:lnTo>
                <a:lnTo>
                  <a:pt x="505383" y="456869"/>
                </a:lnTo>
                <a:lnTo>
                  <a:pt x="532409" y="487451"/>
                </a:lnTo>
                <a:lnTo>
                  <a:pt x="567537" y="505091"/>
                </a:lnTo>
                <a:lnTo>
                  <a:pt x="609206" y="510768"/>
                </a:lnTo>
                <a:lnTo>
                  <a:pt x="652399" y="504634"/>
                </a:lnTo>
                <a:lnTo>
                  <a:pt x="684987" y="489483"/>
                </a:lnTo>
                <a:lnTo>
                  <a:pt x="707986" y="470154"/>
                </a:lnTo>
                <a:lnTo>
                  <a:pt x="722452" y="451535"/>
                </a:lnTo>
                <a:lnTo>
                  <a:pt x="724674" y="451535"/>
                </a:lnTo>
                <a:lnTo>
                  <a:pt x="729869" y="502602"/>
                </a:lnTo>
                <a:lnTo>
                  <a:pt x="827582" y="502602"/>
                </a:lnTo>
                <a:close/>
              </a:path>
              <a:path w="1576070" h="511175" extrusionOk="0">
                <a:moveTo>
                  <a:pt x="1244155" y="318274"/>
                </a:moveTo>
                <a:lnTo>
                  <a:pt x="1238161" y="266484"/>
                </a:lnTo>
                <a:lnTo>
                  <a:pt x="1220889" y="221424"/>
                </a:lnTo>
                <a:lnTo>
                  <a:pt x="1193355" y="184315"/>
                </a:lnTo>
                <a:lnTo>
                  <a:pt x="1156652" y="156324"/>
                </a:lnTo>
                <a:lnTo>
                  <a:pt x="1127175" y="144729"/>
                </a:lnTo>
                <a:lnTo>
                  <a:pt x="1127175" y="321259"/>
                </a:lnTo>
                <a:lnTo>
                  <a:pt x="1122210" y="365747"/>
                </a:lnTo>
                <a:lnTo>
                  <a:pt x="1107948" y="400088"/>
                </a:lnTo>
                <a:lnTo>
                  <a:pt x="1085354" y="422224"/>
                </a:lnTo>
                <a:lnTo>
                  <a:pt x="1055395" y="430072"/>
                </a:lnTo>
                <a:lnTo>
                  <a:pt x="1054658" y="430072"/>
                </a:lnTo>
                <a:lnTo>
                  <a:pt x="1023213" y="421817"/>
                </a:lnTo>
                <a:lnTo>
                  <a:pt x="1000252" y="399072"/>
                </a:lnTo>
                <a:lnTo>
                  <a:pt x="986155" y="364807"/>
                </a:lnTo>
                <a:lnTo>
                  <a:pt x="981367" y="322008"/>
                </a:lnTo>
                <a:lnTo>
                  <a:pt x="985443" y="282206"/>
                </a:lnTo>
                <a:lnTo>
                  <a:pt x="998397" y="247332"/>
                </a:lnTo>
                <a:lnTo>
                  <a:pt x="1021359" y="222580"/>
                </a:lnTo>
                <a:lnTo>
                  <a:pt x="1055395" y="213169"/>
                </a:lnTo>
                <a:lnTo>
                  <a:pt x="1088174" y="222580"/>
                </a:lnTo>
                <a:lnTo>
                  <a:pt x="1110449" y="247230"/>
                </a:lnTo>
                <a:lnTo>
                  <a:pt x="1123149" y="281889"/>
                </a:lnTo>
                <a:lnTo>
                  <a:pt x="1127175" y="321259"/>
                </a:lnTo>
                <a:lnTo>
                  <a:pt x="1127175" y="144729"/>
                </a:lnTo>
                <a:lnTo>
                  <a:pt x="1111783" y="138658"/>
                </a:lnTo>
                <a:lnTo>
                  <a:pt x="1059827" y="132511"/>
                </a:lnTo>
                <a:lnTo>
                  <a:pt x="1012253" y="136982"/>
                </a:lnTo>
                <a:lnTo>
                  <a:pt x="970229" y="150050"/>
                </a:lnTo>
                <a:lnTo>
                  <a:pt x="934402" y="171119"/>
                </a:lnTo>
                <a:lnTo>
                  <a:pt x="905408" y="199644"/>
                </a:lnTo>
                <a:lnTo>
                  <a:pt x="883894" y="235051"/>
                </a:lnTo>
                <a:lnTo>
                  <a:pt x="870508" y="276745"/>
                </a:lnTo>
                <a:lnTo>
                  <a:pt x="865911" y="324192"/>
                </a:lnTo>
                <a:lnTo>
                  <a:pt x="872426" y="378625"/>
                </a:lnTo>
                <a:lnTo>
                  <a:pt x="890930" y="424548"/>
                </a:lnTo>
                <a:lnTo>
                  <a:pt x="919848" y="461340"/>
                </a:lnTo>
                <a:lnTo>
                  <a:pt x="957580" y="488378"/>
                </a:lnTo>
                <a:lnTo>
                  <a:pt x="1002538" y="505066"/>
                </a:lnTo>
                <a:lnTo>
                  <a:pt x="1053160" y="510755"/>
                </a:lnTo>
                <a:lnTo>
                  <a:pt x="1053909" y="510755"/>
                </a:lnTo>
                <a:lnTo>
                  <a:pt x="1094740" y="507009"/>
                </a:lnTo>
                <a:lnTo>
                  <a:pt x="1133703" y="495655"/>
                </a:lnTo>
                <a:lnTo>
                  <a:pt x="1169187" y="476491"/>
                </a:lnTo>
                <a:lnTo>
                  <a:pt x="1199578" y="449364"/>
                </a:lnTo>
                <a:lnTo>
                  <a:pt x="1223276" y="414070"/>
                </a:lnTo>
                <a:lnTo>
                  <a:pt x="1238669" y="370433"/>
                </a:lnTo>
                <a:lnTo>
                  <a:pt x="1244155" y="318274"/>
                </a:lnTo>
                <a:close/>
              </a:path>
              <a:path w="1576070" h="511175" extrusionOk="0">
                <a:moveTo>
                  <a:pt x="1575854" y="146558"/>
                </a:moveTo>
                <a:lnTo>
                  <a:pt x="1556600" y="140614"/>
                </a:lnTo>
                <a:lnTo>
                  <a:pt x="1535125" y="136194"/>
                </a:lnTo>
                <a:lnTo>
                  <a:pt x="1512557" y="133451"/>
                </a:lnTo>
                <a:lnTo>
                  <a:pt x="1489964" y="132499"/>
                </a:lnTo>
                <a:lnTo>
                  <a:pt x="1436077" y="137604"/>
                </a:lnTo>
                <a:lnTo>
                  <a:pt x="1389964" y="152133"/>
                </a:lnTo>
                <a:lnTo>
                  <a:pt x="1351838" y="174917"/>
                </a:lnTo>
                <a:lnTo>
                  <a:pt x="1321866" y="204762"/>
                </a:lnTo>
                <a:lnTo>
                  <a:pt x="1300238" y="240499"/>
                </a:lnTo>
                <a:lnTo>
                  <a:pt x="1287132" y="280949"/>
                </a:lnTo>
                <a:lnTo>
                  <a:pt x="1282712" y="324942"/>
                </a:lnTo>
                <a:lnTo>
                  <a:pt x="1287195" y="371144"/>
                </a:lnTo>
                <a:lnTo>
                  <a:pt x="1300264" y="411645"/>
                </a:lnTo>
                <a:lnTo>
                  <a:pt x="1321346" y="445947"/>
                </a:lnTo>
                <a:lnTo>
                  <a:pt x="1349870" y="473532"/>
                </a:lnTo>
                <a:lnTo>
                  <a:pt x="1385277" y="493864"/>
                </a:lnTo>
                <a:lnTo>
                  <a:pt x="1426984" y="506450"/>
                </a:lnTo>
                <a:lnTo>
                  <a:pt x="1474431" y="510755"/>
                </a:lnTo>
                <a:lnTo>
                  <a:pt x="1505470" y="509460"/>
                </a:lnTo>
                <a:lnTo>
                  <a:pt x="1556994" y="500468"/>
                </a:lnTo>
                <a:lnTo>
                  <a:pt x="1561782" y="410832"/>
                </a:lnTo>
                <a:lnTo>
                  <a:pt x="1548282" y="415810"/>
                </a:lnTo>
                <a:lnTo>
                  <a:pt x="1533194" y="419531"/>
                </a:lnTo>
                <a:lnTo>
                  <a:pt x="1516278" y="421868"/>
                </a:lnTo>
                <a:lnTo>
                  <a:pt x="1497355" y="422681"/>
                </a:lnTo>
                <a:lnTo>
                  <a:pt x="1458760" y="416090"/>
                </a:lnTo>
                <a:lnTo>
                  <a:pt x="1427226" y="396582"/>
                </a:lnTo>
                <a:lnTo>
                  <a:pt x="1405966" y="364591"/>
                </a:lnTo>
                <a:lnTo>
                  <a:pt x="1398155" y="320522"/>
                </a:lnTo>
                <a:lnTo>
                  <a:pt x="1404683" y="279692"/>
                </a:lnTo>
                <a:lnTo>
                  <a:pt x="1424178" y="247599"/>
                </a:lnTo>
                <a:lnTo>
                  <a:pt x="1454924" y="226606"/>
                </a:lnTo>
                <a:lnTo>
                  <a:pt x="1495171" y="219087"/>
                </a:lnTo>
                <a:lnTo>
                  <a:pt x="1515630" y="219989"/>
                </a:lnTo>
                <a:lnTo>
                  <a:pt x="1532737" y="222427"/>
                </a:lnTo>
                <a:lnTo>
                  <a:pt x="1546796" y="225971"/>
                </a:lnTo>
                <a:lnTo>
                  <a:pt x="1558086" y="230212"/>
                </a:lnTo>
                <a:lnTo>
                  <a:pt x="1575854" y="14655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>
            <a:off x="1097215" y="4659573"/>
            <a:ext cx="172199" cy="213804"/>
          </a:xfrm>
          <a:custGeom>
            <a:avLst/>
            <a:gdLst/>
            <a:ahLst/>
            <a:cxnLst/>
            <a:rect l="l" t="t" r="r" b="b"/>
            <a:pathLst>
              <a:path w="378460" h="469900" extrusionOk="0">
                <a:moveTo>
                  <a:pt x="377967" y="0"/>
                </a:moveTo>
                <a:lnTo>
                  <a:pt x="273688" y="0"/>
                </a:lnTo>
                <a:lnTo>
                  <a:pt x="273688" y="266117"/>
                </a:lnTo>
                <a:lnTo>
                  <a:pt x="268116" y="319317"/>
                </a:lnTo>
                <a:lnTo>
                  <a:pt x="251744" y="356757"/>
                </a:lnTo>
                <a:lnTo>
                  <a:pt x="225083" y="378889"/>
                </a:lnTo>
                <a:lnTo>
                  <a:pt x="188643" y="386166"/>
                </a:lnTo>
                <a:lnTo>
                  <a:pt x="152992" y="378600"/>
                </a:lnTo>
                <a:lnTo>
                  <a:pt x="126738" y="355987"/>
                </a:lnTo>
                <a:lnTo>
                  <a:pt x="110518" y="318451"/>
                </a:lnTo>
                <a:lnTo>
                  <a:pt x="104970" y="266117"/>
                </a:lnTo>
                <a:lnTo>
                  <a:pt x="104970" y="0"/>
                </a:lnTo>
                <a:lnTo>
                  <a:pt x="0" y="0"/>
                </a:lnTo>
                <a:lnTo>
                  <a:pt x="0" y="257897"/>
                </a:lnTo>
                <a:lnTo>
                  <a:pt x="4140" y="316080"/>
                </a:lnTo>
                <a:lnTo>
                  <a:pt x="16320" y="364420"/>
                </a:lnTo>
                <a:lnTo>
                  <a:pt x="36180" y="403244"/>
                </a:lnTo>
                <a:lnTo>
                  <a:pt x="63360" y="432875"/>
                </a:lnTo>
                <a:lnTo>
                  <a:pt x="97498" y="453638"/>
                </a:lnTo>
                <a:lnTo>
                  <a:pt x="138234" y="465858"/>
                </a:lnTo>
                <a:lnTo>
                  <a:pt x="185209" y="469860"/>
                </a:lnTo>
                <a:lnTo>
                  <a:pt x="233897" y="465682"/>
                </a:lnTo>
                <a:lnTo>
                  <a:pt x="276216" y="453068"/>
                </a:lnTo>
                <a:lnTo>
                  <a:pt x="311756" y="431899"/>
                </a:lnTo>
                <a:lnTo>
                  <a:pt x="340111" y="402056"/>
                </a:lnTo>
                <a:lnTo>
                  <a:pt x="360870" y="363417"/>
                </a:lnTo>
                <a:lnTo>
                  <a:pt x="373625" y="315865"/>
                </a:lnTo>
                <a:lnTo>
                  <a:pt x="377967" y="259280"/>
                </a:lnTo>
                <a:lnTo>
                  <a:pt x="377967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" name="Google Shape;22;p4"/>
          <p:cNvGrpSpPr/>
          <p:nvPr/>
        </p:nvGrpSpPr>
        <p:grpSpPr>
          <a:xfrm>
            <a:off x="1292872" y="4601531"/>
            <a:ext cx="194206" cy="271780"/>
            <a:chOff x="2842727" y="10117702"/>
            <a:chExt cx="427015" cy="597582"/>
          </a:xfrm>
        </p:grpSpPr>
        <p:sp>
          <p:nvSpPr>
            <p:cNvPr id="23" name="Google Shape;23;p4"/>
            <p:cNvSpPr/>
            <p:nvPr/>
          </p:nvSpPr>
          <p:spPr>
            <a:xfrm>
              <a:off x="2842727" y="10237764"/>
              <a:ext cx="366394" cy="477520"/>
            </a:xfrm>
            <a:custGeom>
              <a:avLst/>
              <a:gdLst/>
              <a:ahLst/>
              <a:cxnLst/>
              <a:rect l="l" t="t" r="r" b="b"/>
              <a:pathLst>
                <a:path w="366394" h="477520" extrusionOk="0">
                  <a:moveTo>
                    <a:pt x="252421" y="0"/>
                  </a:moveTo>
                  <a:lnTo>
                    <a:pt x="206913" y="3226"/>
                  </a:lnTo>
                  <a:lnTo>
                    <a:pt x="164136" y="12810"/>
                  </a:lnTo>
                  <a:lnTo>
                    <a:pt x="124791" y="28603"/>
                  </a:lnTo>
                  <a:lnTo>
                    <a:pt x="89578" y="50459"/>
                  </a:lnTo>
                  <a:lnTo>
                    <a:pt x="59197" y="78232"/>
                  </a:lnTo>
                  <a:lnTo>
                    <a:pt x="34348" y="111776"/>
                  </a:lnTo>
                  <a:lnTo>
                    <a:pt x="15732" y="150943"/>
                  </a:lnTo>
                  <a:lnTo>
                    <a:pt x="4049" y="195587"/>
                  </a:lnTo>
                  <a:lnTo>
                    <a:pt x="0" y="245563"/>
                  </a:lnTo>
                  <a:lnTo>
                    <a:pt x="3849" y="293331"/>
                  </a:lnTo>
                  <a:lnTo>
                    <a:pt x="15359" y="337340"/>
                  </a:lnTo>
                  <a:lnTo>
                    <a:pt x="34475" y="376785"/>
                  </a:lnTo>
                  <a:lnTo>
                    <a:pt x="61138" y="410861"/>
                  </a:lnTo>
                  <a:lnTo>
                    <a:pt x="95292" y="438765"/>
                  </a:lnTo>
                  <a:lnTo>
                    <a:pt x="136882" y="459692"/>
                  </a:lnTo>
                  <a:lnTo>
                    <a:pt x="185849" y="472838"/>
                  </a:lnTo>
                  <a:lnTo>
                    <a:pt x="242139" y="477399"/>
                  </a:lnTo>
                  <a:lnTo>
                    <a:pt x="281711" y="475535"/>
                  </a:lnTo>
                  <a:lnTo>
                    <a:pt x="315367" y="470716"/>
                  </a:lnTo>
                  <a:lnTo>
                    <a:pt x="342072" y="464093"/>
                  </a:lnTo>
                  <a:lnTo>
                    <a:pt x="360795" y="456823"/>
                  </a:lnTo>
                  <a:lnTo>
                    <a:pt x="345036" y="375213"/>
                  </a:lnTo>
                  <a:lnTo>
                    <a:pt x="327174" y="381031"/>
                  </a:lnTo>
                  <a:lnTo>
                    <a:pt x="305583" y="385825"/>
                  </a:lnTo>
                  <a:lnTo>
                    <a:pt x="281936" y="389081"/>
                  </a:lnTo>
                  <a:lnTo>
                    <a:pt x="257908" y="390281"/>
                  </a:lnTo>
                  <a:lnTo>
                    <a:pt x="206680" y="383477"/>
                  </a:lnTo>
                  <a:lnTo>
                    <a:pt x="165463" y="363832"/>
                  </a:lnTo>
                  <a:lnTo>
                    <a:pt x="135046" y="332499"/>
                  </a:lnTo>
                  <a:lnTo>
                    <a:pt x="116217" y="290629"/>
                  </a:lnTo>
                  <a:lnTo>
                    <a:pt x="109766" y="239374"/>
                  </a:lnTo>
                  <a:lnTo>
                    <a:pt x="117134" y="183960"/>
                  </a:lnTo>
                  <a:lnTo>
                    <a:pt x="137767" y="141083"/>
                  </a:lnTo>
                  <a:lnTo>
                    <a:pt x="169464" y="110615"/>
                  </a:lnTo>
                  <a:lnTo>
                    <a:pt x="210018" y="92429"/>
                  </a:lnTo>
                  <a:lnTo>
                    <a:pt x="257227" y="86395"/>
                  </a:lnTo>
                  <a:lnTo>
                    <a:pt x="283580" y="87824"/>
                  </a:lnTo>
                  <a:lnTo>
                    <a:pt x="307041" y="91638"/>
                  </a:lnTo>
                  <a:lnTo>
                    <a:pt x="327548" y="97129"/>
                  </a:lnTo>
                  <a:lnTo>
                    <a:pt x="345036" y="103588"/>
                  </a:lnTo>
                  <a:lnTo>
                    <a:pt x="366302" y="20575"/>
                  </a:lnTo>
                  <a:lnTo>
                    <a:pt x="348314" y="13309"/>
                  </a:lnTo>
                  <a:lnTo>
                    <a:pt x="322736" y="6686"/>
                  </a:lnTo>
                  <a:lnTo>
                    <a:pt x="290470" y="1864"/>
                  </a:lnTo>
                  <a:lnTo>
                    <a:pt x="252421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4" name="Google Shape;24;p4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3157442" y="10117702"/>
              <a:ext cx="112300" cy="11226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4"/>
          <p:cNvSpPr/>
          <p:nvPr/>
        </p:nvSpPr>
        <p:spPr>
          <a:xfrm>
            <a:off x="8114485" y="298402"/>
            <a:ext cx="1020772" cy="482505"/>
          </a:xfrm>
          <a:custGeom>
            <a:avLst/>
            <a:gdLst/>
            <a:ahLst/>
            <a:cxnLst/>
            <a:rect l="l" t="t" r="r" b="b"/>
            <a:pathLst>
              <a:path w="2243455" h="1060450" extrusionOk="0">
                <a:moveTo>
                  <a:pt x="2243429" y="0"/>
                </a:moveTo>
                <a:lnTo>
                  <a:pt x="0" y="0"/>
                </a:lnTo>
                <a:lnTo>
                  <a:pt x="0" y="1059999"/>
                </a:lnTo>
                <a:lnTo>
                  <a:pt x="2243429" y="1059999"/>
                </a:lnTo>
                <a:lnTo>
                  <a:pt x="2243429" y="0"/>
                </a:lnTo>
                <a:close/>
              </a:path>
            </a:pathLst>
          </a:custGeom>
          <a:solidFill>
            <a:srgbClr val="257CE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30767" y="343581"/>
            <a:ext cx="7637700" cy="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2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106176" y="324998"/>
            <a:ext cx="7726800" cy="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/>
          <p:nvPr/>
        </p:nvSpPr>
        <p:spPr>
          <a:xfrm>
            <a:off x="-2888" y="298402"/>
            <a:ext cx="1020772" cy="482505"/>
          </a:xfrm>
          <a:custGeom>
            <a:avLst/>
            <a:gdLst/>
            <a:ahLst/>
            <a:cxnLst/>
            <a:rect l="l" t="t" r="r" b="b"/>
            <a:pathLst>
              <a:path w="2243455" h="1060450" extrusionOk="0">
                <a:moveTo>
                  <a:pt x="2243429" y="0"/>
                </a:moveTo>
                <a:lnTo>
                  <a:pt x="0" y="0"/>
                </a:lnTo>
                <a:lnTo>
                  <a:pt x="0" y="1059999"/>
                </a:lnTo>
                <a:lnTo>
                  <a:pt x="2243429" y="1059999"/>
                </a:lnTo>
                <a:lnTo>
                  <a:pt x="2243429" y="0"/>
                </a:lnTo>
                <a:close/>
              </a:path>
            </a:pathLst>
          </a:custGeom>
          <a:solidFill>
            <a:srgbClr val="257CE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7704146" y="4640017"/>
            <a:ext cx="717111" cy="232585"/>
          </a:xfrm>
          <a:custGeom>
            <a:avLst/>
            <a:gdLst/>
            <a:ahLst/>
            <a:cxnLst/>
            <a:rect l="l" t="t" r="r" b="b"/>
            <a:pathLst>
              <a:path w="1576069" h="511175" extrusionOk="0">
                <a:moveTo>
                  <a:pt x="441172" y="241312"/>
                </a:moveTo>
                <a:lnTo>
                  <a:pt x="435267" y="179641"/>
                </a:lnTo>
                <a:lnTo>
                  <a:pt x="418414" y="127673"/>
                </a:lnTo>
                <a:lnTo>
                  <a:pt x="392747" y="86601"/>
                </a:lnTo>
                <a:lnTo>
                  <a:pt x="391845" y="85153"/>
                </a:lnTo>
                <a:lnTo>
                  <a:pt x="356819" y="51803"/>
                </a:lnTo>
                <a:lnTo>
                  <a:pt x="322008" y="30734"/>
                </a:lnTo>
                <a:lnTo>
                  <a:pt x="322008" y="245008"/>
                </a:lnTo>
                <a:lnTo>
                  <a:pt x="316534" y="299389"/>
                </a:lnTo>
                <a:lnTo>
                  <a:pt x="300723" y="343433"/>
                </a:lnTo>
                <a:lnTo>
                  <a:pt x="275463" y="377329"/>
                </a:lnTo>
                <a:lnTo>
                  <a:pt x="241617" y="401231"/>
                </a:lnTo>
                <a:lnTo>
                  <a:pt x="200088" y="415315"/>
                </a:lnTo>
                <a:lnTo>
                  <a:pt x="151752" y="419722"/>
                </a:lnTo>
                <a:lnTo>
                  <a:pt x="141351" y="419684"/>
                </a:lnTo>
                <a:lnTo>
                  <a:pt x="130746" y="419442"/>
                </a:lnTo>
                <a:lnTo>
                  <a:pt x="120827" y="418769"/>
                </a:lnTo>
                <a:lnTo>
                  <a:pt x="112496" y="417474"/>
                </a:lnTo>
                <a:lnTo>
                  <a:pt x="112496" y="91033"/>
                </a:lnTo>
                <a:lnTo>
                  <a:pt x="121107" y="89408"/>
                </a:lnTo>
                <a:lnTo>
                  <a:pt x="132499" y="87985"/>
                </a:lnTo>
                <a:lnTo>
                  <a:pt x="146659" y="86982"/>
                </a:lnTo>
                <a:lnTo>
                  <a:pt x="163588" y="86601"/>
                </a:lnTo>
                <a:lnTo>
                  <a:pt x="209257" y="90881"/>
                </a:lnTo>
                <a:lnTo>
                  <a:pt x="248094" y="103809"/>
                </a:lnTo>
                <a:lnTo>
                  <a:pt x="279438" y="125552"/>
                </a:lnTo>
                <a:lnTo>
                  <a:pt x="302653" y="156235"/>
                </a:lnTo>
                <a:lnTo>
                  <a:pt x="317055" y="196011"/>
                </a:lnTo>
                <a:lnTo>
                  <a:pt x="322008" y="245008"/>
                </a:lnTo>
                <a:lnTo>
                  <a:pt x="322008" y="30734"/>
                </a:lnTo>
                <a:lnTo>
                  <a:pt x="318211" y="28422"/>
                </a:lnTo>
                <a:lnTo>
                  <a:pt x="272313" y="12306"/>
                </a:lnTo>
                <a:lnTo>
                  <a:pt x="217411" y="2997"/>
                </a:lnTo>
                <a:lnTo>
                  <a:pt x="151752" y="0"/>
                </a:lnTo>
                <a:lnTo>
                  <a:pt x="110134" y="685"/>
                </a:lnTo>
                <a:lnTo>
                  <a:pt x="70319" y="2768"/>
                </a:lnTo>
                <a:lnTo>
                  <a:pt x="33286" y="6235"/>
                </a:lnTo>
                <a:lnTo>
                  <a:pt x="0" y="11099"/>
                </a:lnTo>
                <a:lnTo>
                  <a:pt x="0" y="500392"/>
                </a:lnTo>
                <a:lnTo>
                  <a:pt x="23342" y="503123"/>
                </a:lnTo>
                <a:lnTo>
                  <a:pt x="52374" y="505485"/>
                </a:lnTo>
                <a:lnTo>
                  <a:pt x="87236" y="507161"/>
                </a:lnTo>
                <a:lnTo>
                  <a:pt x="128054" y="507796"/>
                </a:lnTo>
                <a:lnTo>
                  <a:pt x="184556" y="505294"/>
                </a:lnTo>
                <a:lnTo>
                  <a:pt x="236435" y="497713"/>
                </a:lnTo>
                <a:lnTo>
                  <a:pt x="283159" y="484936"/>
                </a:lnTo>
                <a:lnTo>
                  <a:pt x="324205" y="466864"/>
                </a:lnTo>
                <a:lnTo>
                  <a:pt x="359016" y="443407"/>
                </a:lnTo>
                <a:lnTo>
                  <a:pt x="382054" y="419722"/>
                </a:lnTo>
                <a:lnTo>
                  <a:pt x="385749" y="415925"/>
                </a:lnTo>
                <a:lnTo>
                  <a:pt x="408393" y="382181"/>
                </a:lnTo>
                <a:lnTo>
                  <a:pt x="425894" y="341972"/>
                </a:lnTo>
                <a:lnTo>
                  <a:pt x="437172" y="295097"/>
                </a:lnTo>
                <a:lnTo>
                  <a:pt x="441172" y="241312"/>
                </a:lnTo>
                <a:close/>
              </a:path>
              <a:path w="1576069" h="511175" extrusionOk="0">
                <a:moveTo>
                  <a:pt x="827582" y="502602"/>
                </a:moveTo>
                <a:lnTo>
                  <a:pt x="826490" y="478307"/>
                </a:lnTo>
                <a:lnTo>
                  <a:pt x="825538" y="450888"/>
                </a:lnTo>
                <a:lnTo>
                  <a:pt x="824865" y="420268"/>
                </a:lnTo>
                <a:lnTo>
                  <a:pt x="824611" y="386397"/>
                </a:lnTo>
                <a:lnTo>
                  <a:pt x="824611" y="140639"/>
                </a:lnTo>
                <a:lnTo>
                  <a:pt x="712089" y="140639"/>
                </a:lnTo>
                <a:lnTo>
                  <a:pt x="712089" y="365671"/>
                </a:lnTo>
                <a:lnTo>
                  <a:pt x="710628" y="373811"/>
                </a:lnTo>
                <a:lnTo>
                  <a:pt x="688695" y="406768"/>
                </a:lnTo>
                <a:lnTo>
                  <a:pt x="651395" y="419722"/>
                </a:lnTo>
                <a:lnTo>
                  <a:pt x="625627" y="413918"/>
                </a:lnTo>
                <a:lnTo>
                  <a:pt x="607910" y="397230"/>
                </a:lnTo>
                <a:lnTo>
                  <a:pt x="597687" y="370674"/>
                </a:lnTo>
                <a:lnTo>
                  <a:pt x="594398" y="335330"/>
                </a:lnTo>
                <a:lnTo>
                  <a:pt x="594398" y="140639"/>
                </a:lnTo>
                <a:lnTo>
                  <a:pt x="481888" y="140639"/>
                </a:lnTo>
                <a:lnTo>
                  <a:pt x="481888" y="353072"/>
                </a:lnTo>
                <a:lnTo>
                  <a:pt x="488022" y="412394"/>
                </a:lnTo>
                <a:lnTo>
                  <a:pt x="505383" y="456869"/>
                </a:lnTo>
                <a:lnTo>
                  <a:pt x="532409" y="487451"/>
                </a:lnTo>
                <a:lnTo>
                  <a:pt x="567537" y="505091"/>
                </a:lnTo>
                <a:lnTo>
                  <a:pt x="609206" y="510768"/>
                </a:lnTo>
                <a:lnTo>
                  <a:pt x="652399" y="504634"/>
                </a:lnTo>
                <a:lnTo>
                  <a:pt x="684987" y="489483"/>
                </a:lnTo>
                <a:lnTo>
                  <a:pt x="707986" y="470154"/>
                </a:lnTo>
                <a:lnTo>
                  <a:pt x="722452" y="451535"/>
                </a:lnTo>
                <a:lnTo>
                  <a:pt x="724674" y="451535"/>
                </a:lnTo>
                <a:lnTo>
                  <a:pt x="729869" y="502602"/>
                </a:lnTo>
                <a:lnTo>
                  <a:pt x="827582" y="502602"/>
                </a:lnTo>
                <a:close/>
              </a:path>
              <a:path w="1576069" h="511175" extrusionOk="0">
                <a:moveTo>
                  <a:pt x="1244155" y="318274"/>
                </a:moveTo>
                <a:lnTo>
                  <a:pt x="1238161" y="266484"/>
                </a:lnTo>
                <a:lnTo>
                  <a:pt x="1220876" y="221424"/>
                </a:lnTo>
                <a:lnTo>
                  <a:pt x="1193355" y="184315"/>
                </a:lnTo>
                <a:lnTo>
                  <a:pt x="1156639" y="156324"/>
                </a:lnTo>
                <a:lnTo>
                  <a:pt x="1127175" y="144729"/>
                </a:lnTo>
                <a:lnTo>
                  <a:pt x="1127175" y="321259"/>
                </a:lnTo>
                <a:lnTo>
                  <a:pt x="1122210" y="365747"/>
                </a:lnTo>
                <a:lnTo>
                  <a:pt x="1107948" y="400088"/>
                </a:lnTo>
                <a:lnTo>
                  <a:pt x="1085354" y="422224"/>
                </a:lnTo>
                <a:lnTo>
                  <a:pt x="1055395" y="430072"/>
                </a:lnTo>
                <a:lnTo>
                  <a:pt x="1054658" y="430072"/>
                </a:lnTo>
                <a:lnTo>
                  <a:pt x="1023213" y="421817"/>
                </a:lnTo>
                <a:lnTo>
                  <a:pt x="1000239" y="399072"/>
                </a:lnTo>
                <a:lnTo>
                  <a:pt x="986155" y="364807"/>
                </a:lnTo>
                <a:lnTo>
                  <a:pt x="981367" y="322008"/>
                </a:lnTo>
                <a:lnTo>
                  <a:pt x="985443" y="282206"/>
                </a:lnTo>
                <a:lnTo>
                  <a:pt x="998397" y="247332"/>
                </a:lnTo>
                <a:lnTo>
                  <a:pt x="1021346" y="222580"/>
                </a:lnTo>
                <a:lnTo>
                  <a:pt x="1055395" y="213169"/>
                </a:lnTo>
                <a:lnTo>
                  <a:pt x="1088174" y="222580"/>
                </a:lnTo>
                <a:lnTo>
                  <a:pt x="1110437" y="247230"/>
                </a:lnTo>
                <a:lnTo>
                  <a:pt x="1123149" y="281889"/>
                </a:lnTo>
                <a:lnTo>
                  <a:pt x="1127175" y="321259"/>
                </a:lnTo>
                <a:lnTo>
                  <a:pt x="1127175" y="144729"/>
                </a:lnTo>
                <a:lnTo>
                  <a:pt x="1111783" y="138658"/>
                </a:lnTo>
                <a:lnTo>
                  <a:pt x="1059827" y="132511"/>
                </a:lnTo>
                <a:lnTo>
                  <a:pt x="1012253" y="136982"/>
                </a:lnTo>
                <a:lnTo>
                  <a:pt x="970229" y="150050"/>
                </a:lnTo>
                <a:lnTo>
                  <a:pt x="934402" y="171119"/>
                </a:lnTo>
                <a:lnTo>
                  <a:pt x="905395" y="199644"/>
                </a:lnTo>
                <a:lnTo>
                  <a:pt x="883894" y="235051"/>
                </a:lnTo>
                <a:lnTo>
                  <a:pt x="870508" y="276745"/>
                </a:lnTo>
                <a:lnTo>
                  <a:pt x="865911" y="324192"/>
                </a:lnTo>
                <a:lnTo>
                  <a:pt x="872426" y="378625"/>
                </a:lnTo>
                <a:lnTo>
                  <a:pt x="890930" y="424548"/>
                </a:lnTo>
                <a:lnTo>
                  <a:pt x="919835" y="461340"/>
                </a:lnTo>
                <a:lnTo>
                  <a:pt x="957567" y="488378"/>
                </a:lnTo>
                <a:lnTo>
                  <a:pt x="1002538" y="505066"/>
                </a:lnTo>
                <a:lnTo>
                  <a:pt x="1053160" y="510755"/>
                </a:lnTo>
                <a:lnTo>
                  <a:pt x="1053896" y="510755"/>
                </a:lnTo>
                <a:lnTo>
                  <a:pt x="1094740" y="507009"/>
                </a:lnTo>
                <a:lnTo>
                  <a:pt x="1133703" y="495655"/>
                </a:lnTo>
                <a:lnTo>
                  <a:pt x="1169187" y="476491"/>
                </a:lnTo>
                <a:lnTo>
                  <a:pt x="1199578" y="449364"/>
                </a:lnTo>
                <a:lnTo>
                  <a:pt x="1223276" y="414070"/>
                </a:lnTo>
                <a:lnTo>
                  <a:pt x="1238669" y="370433"/>
                </a:lnTo>
                <a:lnTo>
                  <a:pt x="1244155" y="318274"/>
                </a:lnTo>
                <a:close/>
              </a:path>
              <a:path w="1576069" h="511175" extrusionOk="0">
                <a:moveTo>
                  <a:pt x="1575854" y="146558"/>
                </a:moveTo>
                <a:lnTo>
                  <a:pt x="1556600" y="140614"/>
                </a:lnTo>
                <a:lnTo>
                  <a:pt x="1535125" y="136194"/>
                </a:lnTo>
                <a:lnTo>
                  <a:pt x="1512544" y="133451"/>
                </a:lnTo>
                <a:lnTo>
                  <a:pt x="1489964" y="132499"/>
                </a:lnTo>
                <a:lnTo>
                  <a:pt x="1436065" y="137604"/>
                </a:lnTo>
                <a:lnTo>
                  <a:pt x="1389964" y="152133"/>
                </a:lnTo>
                <a:lnTo>
                  <a:pt x="1351838" y="174917"/>
                </a:lnTo>
                <a:lnTo>
                  <a:pt x="1321866" y="204762"/>
                </a:lnTo>
                <a:lnTo>
                  <a:pt x="1300238" y="240499"/>
                </a:lnTo>
                <a:lnTo>
                  <a:pt x="1287132" y="280949"/>
                </a:lnTo>
                <a:lnTo>
                  <a:pt x="1282712" y="324942"/>
                </a:lnTo>
                <a:lnTo>
                  <a:pt x="1287195" y="371144"/>
                </a:lnTo>
                <a:lnTo>
                  <a:pt x="1300264" y="411645"/>
                </a:lnTo>
                <a:lnTo>
                  <a:pt x="1321346" y="445947"/>
                </a:lnTo>
                <a:lnTo>
                  <a:pt x="1349870" y="473532"/>
                </a:lnTo>
                <a:lnTo>
                  <a:pt x="1385277" y="493864"/>
                </a:lnTo>
                <a:lnTo>
                  <a:pt x="1426984" y="506450"/>
                </a:lnTo>
                <a:lnTo>
                  <a:pt x="1474431" y="510755"/>
                </a:lnTo>
                <a:lnTo>
                  <a:pt x="1505470" y="509460"/>
                </a:lnTo>
                <a:lnTo>
                  <a:pt x="1556994" y="500468"/>
                </a:lnTo>
                <a:lnTo>
                  <a:pt x="1561782" y="410832"/>
                </a:lnTo>
                <a:lnTo>
                  <a:pt x="1548282" y="415810"/>
                </a:lnTo>
                <a:lnTo>
                  <a:pt x="1533182" y="419531"/>
                </a:lnTo>
                <a:lnTo>
                  <a:pt x="1516278" y="421868"/>
                </a:lnTo>
                <a:lnTo>
                  <a:pt x="1497355" y="422681"/>
                </a:lnTo>
                <a:lnTo>
                  <a:pt x="1458760" y="416090"/>
                </a:lnTo>
                <a:lnTo>
                  <a:pt x="1427226" y="396582"/>
                </a:lnTo>
                <a:lnTo>
                  <a:pt x="1405966" y="364591"/>
                </a:lnTo>
                <a:lnTo>
                  <a:pt x="1398155" y="320522"/>
                </a:lnTo>
                <a:lnTo>
                  <a:pt x="1404683" y="279692"/>
                </a:lnTo>
                <a:lnTo>
                  <a:pt x="1424178" y="247599"/>
                </a:lnTo>
                <a:lnTo>
                  <a:pt x="1454924" y="226606"/>
                </a:lnTo>
                <a:lnTo>
                  <a:pt x="1495171" y="219087"/>
                </a:lnTo>
                <a:lnTo>
                  <a:pt x="1515630" y="219989"/>
                </a:lnTo>
                <a:lnTo>
                  <a:pt x="1532737" y="222427"/>
                </a:lnTo>
                <a:lnTo>
                  <a:pt x="1546796" y="225971"/>
                </a:lnTo>
                <a:lnTo>
                  <a:pt x="1558086" y="230212"/>
                </a:lnTo>
                <a:lnTo>
                  <a:pt x="1575854" y="14655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8470593" y="4659573"/>
            <a:ext cx="172199" cy="213804"/>
          </a:xfrm>
          <a:custGeom>
            <a:avLst/>
            <a:gdLst/>
            <a:ahLst/>
            <a:cxnLst/>
            <a:rect l="l" t="t" r="r" b="b"/>
            <a:pathLst>
              <a:path w="378459" h="469900" extrusionOk="0">
                <a:moveTo>
                  <a:pt x="377967" y="0"/>
                </a:moveTo>
                <a:lnTo>
                  <a:pt x="273688" y="0"/>
                </a:lnTo>
                <a:lnTo>
                  <a:pt x="273688" y="266117"/>
                </a:lnTo>
                <a:lnTo>
                  <a:pt x="268116" y="319317"/>
                </a:lnTo>
                <a:lnTo>
                  <a:pt x="251744" y="356757"/>
                </a:lnTo>
                <a:lnTo>
                  <a:pt x="225083" y="378889"/>
                </a:lnTo>
                <a:lnTo>
                  <a:pt x="188643" y="386166"/>
                </a:lnTo>
                <a:lnTo>
                  <a:pt x="152992" y="378600"/>
                </a:lnTo>
                <a:lnTo>
                  <a:pt x="126738" y="355987"/>
                </a:lnTo>
                <a:lnTo>
                  <a:pt x="110518" y="318451"/>
                </a:lnTo>
                <a:lnTo>
                  <a:pt x="104970" y="266117"/>
                </a:lnTo>
                <a:lnTo>
                  <a:pt x="104970" y="0"/>
                </a:lnTo>
                <a:lnTo>
                  <a:pt x="0" y="0"/>
                </a:lnTo>
                <a:lnTo>
                  <a:pt x="0" y="257897"/>
                </a:lnTo>
                <a:lnTo>
                  <a:pt x="4140" y="316080"/>
                </a:lnTo>
                <a:lnTo>
                  <a:pt x="16320" y="364420"/>
                </a:lnTo>
                <a:lnTo>
                  <a:pt x="36180" y="403244"/>
                </a:lnTo>
                <a:lnTo>
                  <a:pt x="63360" y="432875"/>
                </a:lnTo>
                <a:lnTo>
                  <a:pt x="97498" y="453638"/>
                </a:lnTo>
                <a:lnTo>
                  <a:pt x="138234" y="465858"/>
                </a:lnTo>
                <a:lnTo>
                  <a:pt x="185209" y="469860"/>
                </a:lnTo>
                <a:lnTo>
                  <a:pt x="233897" y="465682"/>
                </a:lnTo>
                <a:lnTo>
                  <a:pt x="276216" y="453068"/>
                </a:lnTo>
                <a:lnTo>
                  <a:pt x="311756" y="431899"/>
                </a:lnTo>
                <a:lnTo>
                  <a:pt x="340111" y="402056"/>
                </a:lnTo>
                <a:lnTo>
                  <a:pt x="360870" y="363417"/>
                </a:lnTo>
                <a:lnTo>
                  <a:pt x="373625" y="315865"/>
                </a:lnTo>
                <a:lnTo>
                  <a:pt x="377967" y="259280"/>
                </a:lnTo>
                <a:lnTo>
                  <a:pt x="377967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" name="Google Shape;32;p5"/>
          <p:cNvGrpSpPr/>
          <p:nvPr/>
        </p:nvGrpSpPr>
        <p:grpSpPr>
          <a:xfrm>
            <a:off x="8665722" y="4601531"/>
            <a:ext cx="194206" cy="271780"/>
            <a:chOff x="19053919" y="10117702"/>
            <a:chExt cx="427015" cy="597582"/>
          </a:xfrm>
        </p:grpSpPr>
        <p:sp>
          <p:nvSpPr>
            <p:cNvPr id="33" name="Google Shape;33;p5"/>
            <p:cNvSpPr/>
            <p:nvPr/>
          </p:nvSpPr>
          <p:spPr>
            <a:xfrm>
              <a:off x="19053919" y="10237764"/>
              <a:ext cx="366394" cy="477520"/>
            </a:xfrm>
            <a:custGeom>
              <a:avLst/>
              <a:gdLst/>
              <a:ahLst/>
              <a:cxnLst/>
              <a:rect l="l" t="t" r="r" b="b"/>
              <a:pathLst>
                <a:path w="366394" h="477520" extrusionOk="0">
                  <a:moveTo>
                    <a:pt x="252421" y="0"/>
                  </a:moveTo>
                  <a:lnTo>
                    <a:pt x="206913" y="3226"/>
                  </a:lnTo>
                  <a:lnTo>
                    <a:pt x="164136" y="12810"/>
                  </a:lnTo>
                  <a:lnTo>
                    <a:pt x="124791" y="28603"/>
                  </a:lnTo>
                  <a:lnTo>
                    <a:pt x="89578" y="50459"/>
                  </a:lnTo>
                  <a:lnTo>
                    <a:pt x="59197" y="78232"/>
                  </a:lnTo>
                  <a:lnTo>
                    <a:pt x="34348" y="111776"/>
                  </a:lnTo>
                  <a:lnTo>
                    <a:pt x="15732" y="150943"/>
                  </a:lnTo>
                  <a:lnTo>
                    <a:pt x="4049" y="195587"/>
                  </a:lnTo>
                  <a:lnTo>
                    <a:pt x="0" y="245563"/>
                  </a:lnTo>
                  <a:lnTo>
                    <a:pt x="3849" y="293331"/>
                  </a:lnTo>
                  <a:lnTo>
                    <a:pt x="15359" y="337340"/>
                  </a:lnTo>
                  <a:lnTo>
                    <a:pt x="34475" y="376785"/>
                  </a:lnTo>
                  <a:lnTo>
                    <a:pt x="61138" y="410861"/>
                  </a:lnTo>
                  <a:lnTo>
                    <a:pt x="95292" y="438765"/>
                  </a:lnTo>
                  <a:lnTo>
                    <a:pt x="136882" y="459692"/>
                  </a:lnTo>
                  <a:lnTo>
                    <a:pt x="185849" y="472838"/>
                  </a:lnTo>
                  <a:lnTo>
                    <a:pt x="242139" y="477399"/>
                  </a:lnTo>
                  <a:lnTo>
                    <a:pt x="281711" y="475535"/>
                  </a:lnTo>
                  <a:lnTo>
                    <a:pt x="315367" y="470716"/>
                  </a:lnTo>
                  <a:lnTo>
                    <a:pt x="342072" y="464093"/>
                  </a:lnTo>
                  <a:lnTo>
                    <a:pt x="360795" y="456823"/>
                  </a:lnTo>
                  <a:lnTo>
                    <a:pt x="345036" y="375213"/>
                  </a:lnTo>
                  <a:lnTo>
                    <a:pt x="327174" y="381031"/>
                  </a:lnTo>
                  <a:lnTo>
                    <a:pt x="305583" y="385825"/>
                  </a:lnTo>
                  <a:lnTo>
                    <a:pt x="281936" y="389081"/>
                  </a:lnTo>
                  <a:lnTo>
                    <a:pt x="257908" y="390281"/>
                  </a:lnTo>
                  <a:lnTo>
                    <a:pt x="206680" y="383477"/>
                  </a:lnTo>
                  <a:lnTo>
                    <a:pt x="165463" y="363832"/>
                  </a:lnTo>
                  <a:lnTo>
                    <a:pt x="135046" y="332499"/>
                  </a:lnTo>
                  <a:lnTo>
                    <a:pt x="116217" y="290629"/>
                  </a:lnTo>
                  <a:lnTo>
                    <a:pt x="109766" y="239374"/>
                  </a:lnTo>
                  <a:lnTo>
                    <a:pt x="117134" y="183960"/>
                  </a:lnTo>
                  <a:lnTo>
                    <a:pt x="137767" y="141083"/>
                  </a:lnTo>
                  <a:lnTo>
                    <a:pt x="169464" y="110615"/>
                  </a:lnTo>
                  <a:lnTo>
                    <a:pt x="210018" y="92429"/>
                  </a:lnTo>
                  <a:lnTo>
                    <a:pt x="257227" y="86395"/>
                  </a:lnTo>
                  <a:lnTo>
                    <a:pt x="283580" y="87824"/>
                  </a:lnTo>
                  <a:lnTo>
                    <a:pt x="307041" y="91638"/>
                  </a:lnTo>
                  <a:lnTo>
                    <a:pt x="327548" y="97129"/>
                  </a:lnTo>
                  <a:lnTo>
                    <a:pt x="345036" y="103588"/>
                  </a:lnTo>
                  <a:lnTo>
                    <a:pt x="366302" y="20575"/>
                  </a:lnTo>
                  <a:lnTo>
                    <a:pt x="348314" y="13309"/>
                  </a:lnTo>
                  <a:lnTo>
                    <a:pt x="322736" y="6686"/>
                  </a:lnTo>
                  <a:lnTo>
                    <a:pt x="290470" y="1864"/>
                  </a:lnTo>
                  <a:lnTo>
                    <a:pt x="252421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34" name="Google Shape;34;p5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9368634" y="10117702"/>
              <a:ext cx="112300" cy="11226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eño personalizado">
  <p:cSld name="4_Diseño personalizado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80"/>
            <a:ext cx="9143683" cy="5143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2007290" y="1913290"/>
            <a:ext cx="4499400" cy="1039800"/>
          </a:xfrm>
          <a:prstGeom prst="rect">
            <a:avLst/>
          </a:prstGeom>
          <a:solidFill>
            <a:schemeClr val="dk1">
              <a:alpha val="56860"/>
            </a:schemeClr>
          </a:solidFill>
          <a:ln>
            <a:noFill/>
          </a:ln>
        </p:spPr>
        <p:txBody>
          <a:bodyPr spcFirstLastPara="1" wrap="square" lIns="41575" tIns="20775" rIns="41575" bIns="20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2202312" y="2062067"/>
            <a:ext cx="41025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>
                <a:solidFill>
                  <a:srgbClr val="257CE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Only">
  <p:cSld name="1_Title 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Diseño personalizado">
  <p:cSld name="5_Diseño personalizad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519"/>
            <a:ext cx="9146063" cy="514198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78352" y="3264866"/>
            <a:ext cx="44493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6354" y="3403489"/>
            <a:ext cx="44493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eño personalizado">
  <p:cSld name="3_Diseño personalizado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0"/>
          <p:cNvSpPr txBox="1">
            <a:spLocks noGrp="1"/>
          </p:cNvSpPr>
          <p:nvPr>
            <p:ph type="title"/>
          </p:nvPr>
        </p:nvSpPr>
        <p:spPr>
          <a:xfrm>
            <a:off x="3012379" y="3195555"/>
            <a:ext cx="44493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Diseño personalizado">
  <p:cSld name="6_Diseño personalizado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80"/>
            <a:ext cx="9143683" cy="5143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1"/>
          <p:cNvSpPr/>
          <p:nvPr/>
        </p:nvSpPr>
        <p:spPr>
          <a:xfrm>
            <a:off x="3289645" y="3583988"/>
            <a:ext cx="4499400" cy="1039800"/>
          </a:xfrm>
          <a:prstGeom prst="rect">
            <a:avLst/>
          </a:prstGeom>
          <a:solidFill>
            <a:schemeClr val="dk1">
              <a:alpha val="56860"/>
            </a:schemeClr>
          </a:solidFill>
          <a:ln>
            <a:noFill/>
          </a:ln>
        </p:spPr>
        <p:txBody>
          <a:bodyPr spcFirstLastPara="1" wrap="square" lIns="41575" tIns="20775" rIns="41575" bIns="20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/>
          </p:nvPr>
        </p:nvSpPr>
        <p:spPr>
          <a:xfrm>
            <a:off x="3484667" y="3732766"/>
            <a:ext cx="41025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>
                <a:solidFill>
                  <a:srgbClr val="257CE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80"/>
            <a:ext cx="9143683" cy="5143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19"/>
            <a:ext cx="9145742" cy="514180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2"/>
          <p:cNvSpPr/>
          <p:nvPr/>
        </p:nvSpPr>
        <p:spPr>
          <a:xfrm>
            <a:off x="343694" y="2848996"/>
            <a:ext cx="4499400" cy="1039800"/>
          </a:xfrm>
          <a:prstGeom prst="rect">
            <a:avLst/>
          </a:prstGeom>
          <a:solidFill>
            <a:schemeClr val="dk1">
              <a:alpha val="56860"/>
            </a:schemeClr>
          </a:solidFill>
          <a:ln>
            <a:noFill/>
          </a:ln>
        </p:spPr>
        <p:txBody>
          <a:bodyPr spcFirstLastPara="1" wrap="square" lIns="41575" tIns="20775" rIns="41575" bIns="20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538716" y="2997774"/>
            <a:ext cx="41025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>
                <a:solidFill>
                  <a:srgbClr val="257CE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80"/>
            <a:ext cx="9143683" cy="5143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9" y="0"/>
            <a:ext cx="91403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3"/>
          <p:cNvSpPr/>
          <p:nvPr/>
        </p:nvSpPr>
        <p:spPr>
          <a:xfrm>
            <a:off x="3185670" y="3334178"/>
            <a:ext cx="4499400" cy="1039800"/>
          </a:xfrm>
          <a:prstGeom prst="rect">
            <a:avLst/>
          </a:prstGeom>
          <a:solidFill>
            <a:schemeClr val="dk1">
              <a:alpha val="56860"/>
            </a:schemeClr>
          </a:solidFill>
          <a:ln>
            <a:noFill/>
          </a:ln>
        </p:spPr>
        <p:txBody>
          <a:bodyPr spcFirstLastPara="1" wrap="square" lIns="41575" tIns="20775" rIns="41575" bIns="20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/>
          </p:nvPr>
        </p:nvSpPr>
        <p:spPr>
          <a:xfrm>
            <a:off x="3380692" y="3482955"/>
            <a:ext cx="4102500" cy="6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 sz="2300">
                <a:solidFill>
                  <a:srgbClr val="257CE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3_Title Only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1230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601000" y="324998"/>
            <a:ext cx="2392200" cy="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2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82296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ctrTitle"/>
          </p:nvPr>
        </p:nvSpPr>
        <p:spPr>
          <a:xfrm>
            <a:off x="1290910" y="3957015"/>
            <a:ext cx="3084600" cy="26161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">
                <a:solidFill>
                  <a:srgbClr val="FFFFFF"/>
                </a:solidFill>
                <a:ea typeface="Calibri"/>
              </a:rPr>
              <a:t>El rincón del duelista </a:t>
            </a:r>
            <a:endParaRPr lang="es-ES">
              <a:solidFill>
                <a:srgbClr val="FFFFFF"/>
              </a:solidFill>
              <a:ea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subTitle" idx="1"/>
          </p:nvPr>
        </p:nvSpPr>
        <p:spPr>
          <a:xfrm>
            <a:off x="1290898" y="4371675"/>
            <a:ext cx="4819500" cy="808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/>
              <a:t>PTY 4614 </a:t>
            </a:r>
            <a:r>
              <a:rPr lang="es" sz="1050" dirty="0" err="1"/>
              <a:t>Capstone</a:t>
            </a:r>
            <a:r>
              <a:rPr lang="es" sz="1050" dirty="0"/>
              <a:t> 005D</a:t>
            </a:r>
            <a:endParaRPr sz="1050" dirty="0"/>
          </a:p>
          <a:p>
            <a:pPr marL="0" indent="0"/>
            <a:r>
              <a:rPr lang="es" sz="1050" dirty="0"/>
              <a:t>Docente: </a:t>
            </a:r>
            <a:r>
              <a:rPr lang="es" sz="1050">
                <a:ea typeface="Open Sans"/>
              </a:rPr>
              <a:t>CINDY CONTADOR </a:t>
            </a:r>
            <a:endParaRPr sz="1050"/>
          </a:p>
          <a:p>
            <a:pPr marL="0" indent="0"/>
            <a:r>
              <a:rPr lang="es" sz="1050" dirty="0"/>
              <a:t>Integrantes: </a:t>
            </a:r>
            <a:r>
              <a:rPr lang="es" sz="1050" dirty="0">
                <a:ea typeface="Calibri"/>
              </a:rPr>
              <a:t>Amaro Contreras - </a:t>
            </a:r>
            <a:r>
              <a:rPr lang="es" sz="1050" dirty="0" err="1">
                <a:ea typeface="Calibri"/>
              </a:rPr>
              <a:t>Sebastian</a:t>
            </a:r>
            <a:r>
              <a:rPr lang="es" sz="1050" dirty="0">
                <a:ea typeface="Calibri"/>
              </a:rPr>
              <a:t> </a:t>
            </a:r>
            <a:r>
              <a:rPr lang="es" sz="1050" dirty="0" err="1">
                <a:ea typeface="Calibri"/>
              </a:rPr>
              <a:t>luarte</a:t>
            </a:r>
            <a:r>
              <a:rPr lang="es" sz="1050" dirty="0">
                <a:ea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 dirty="0"/>
              <a:t> </a:t>
            </a:r>
            <a:endParaRPr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 dirty="0"/>
              <a:t> </a:t>
            </a:r>
            <a:endParaRPr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BACD24-87E9-9722-1EA6-5459CFED3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Contexto y Problemática 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F00062E-4695-2997-2ED4-604135385582}"/>
              </a:ext>
            </a:extLst>
          </p:cNvPr>
          <p:cNvSpPr txBox="1"/>
          <p:nvPr/>
        </p:nvSpPr>
        <p:spPr>
          <a:xfrm>
            <a:off x="0" y="998362"/>
            <a:ext cx="9143999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El </a:t>
            </a:r>
            <a:r>
              <a:rPr lang="en-US" err="1"/>
              <a:t>comercio</a:t>
            </a:r>
            <a:r>
              <a:rPr lang="en-US"/>
              <a:t> de cartas </a:t>
            </a:r>
            <a:r>
              <a:rPr lang="en-US" err="1"/>
              <a:t>coleccionables</a:t>
            </a:r>
            <a:r>
              <a:rPr lang="en-US"/>
              <a:t> TCG </a:t>
            </a:r>
            <a:r>
              <a:rPr lang="en-US" err="1"/>
              <a:t>en</a:t>
            </a:r>
            <a:r>
              <a:rPr lang="en-US"/>
              <a:t> Chile y </a:t>
            </a:r>
            <a:r>
              <a:rPr lang="en-US" err="1"/>
              <a:t>Latinoamérica</a:t>
            </a:r>
            <a:r>
              <a:rPr lang="en-US"/>
              <a:t> </a:t>
            </a:r>
            <a:r>
              <a:rPr lang="en-US" err="1"/>
              <a:t>enfrenta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alta</a:t>
            </a:r>
            <a:r>
              <a:rPr lang="en-US"/>
              <a:t> </a:t>
            </a:r>
            <a:r>
              <a:rPr lang="en-US" err="1"/>
              <a:t>informalidad</a:t>
            </a:r>
            <a:r>
              <a:rPr lang="en-US"/>
              <a:t> y </a:t>
            </a:r>
            <a:r>
              <a:rPr lang="en-US" err="1"/>
              <a:t>falta</a:t>
            </a:r>
            <a:r>
              <a:rPr lang="en-US"/>
              <a:t> de </a:t>
            </a:r>
            <a:r>
              <a:rPr lang="en-US" err="1"/>
              <a:t>transparencia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precios</a:t>
            </a:r>
            <a:r>
              <a:rPr lang="en-US"/>
              <a:t>, operando </a:t>
            </a:r>
            <a:r>
              <a:rPr lang="en-US" err="1"/>
              <a:t>mayoritariamente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redes </a:t>
            </a:r>
            <a:r>
              <a:rPr lang="en-US" err="1"/>
              <a:t>sociales</a:t>
            </a:r>
            <a:r>
              <a:rPr lang="en-US"/>
              <a:t> sin </a:t>
            </a:r>
            <a:r>
              <a:rPr lang="en-US" err="1"/>
              <a:t>garantías</a:t>
            </a:r>
            <a:r>
              <a:rPr lang="en-US"/>
              <a:t> de </a:t>
            </a:r>
            <a:r>
              <a:rPr lang="en-US" err="1"/>
              <a:t>seguridad</a:t>
            </a:r>
            <a:r>
              <a:rPr lang="en-US"/>
              <a:t>. El mercado global </a:t>
            </a:r>
            <a:r>
              <a:rPr lang="en-US" err="1"/>
              <a:t>está</a:t>
            </a:r>
            <a:r>
              <a:rPr lang="en-US"/>
              <a:t> </a:t>
            </a:r>
            <a:r>
              <a:rPr lang="en-US" err="1"/>
              <a:t>indexado</a:t>
            </a:r>
            <a:r>
              <a:rPr lang="en-US"/>
              <a:t> al </a:t>
            </a:r>
            <a:r>
              <a:rPr lang="en-US" err="1"/>
              <a:t>dólar</a:t>
            </a:r>
            <a:r>
              <a:rPr lang="en-US"/>
              <a:t> </a:t>
            </a:r>
            <a:r>
              <a:rPr lang="en-US" err="1"/>
              <a:t>estadounidense</a:t>
            </a:r>
            <a:r>
              <a:rPr lang="en-US"/>
              <a:t> </a:t>
            </a:r>
            <a:r>
              <a:rPr lang="en-US" err="1"/>
              <a:t>mediante</a:t>
            </a:r>
            <a:r>
              <a:rPr lang="en-US"/>
              <a:t> </a:t>
            </a:r>
            <a:r>
              <a:rPr lang="en-US" err="1"/>
              <a:t>plataformas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TCGPlayer</a:t>
            </a:r>
            <a:r>
              <a:rPr lang="en-US"/>
              <a:t>, lo </a:t>
            </a:r>
            <a:r>
              <a:rPr lang="en-US" err="1"/>
              <a:t>que</a:t>
            </a:r>
            <a:r>
              <a:rPr lang="en-US"/>
              <a:t> genera </a:t>
            </a:r>
            <a:r>
              <a:rPr lang="en-US" err="1"/>
              <a:t>distorsiones</a:t>
            </a:r>
            <a:r>
              <a:rPr lang="en-US"/>
              <a:t> </a:t>
            </a:r>
            <a:r>
              <a:rPr lang="en-US" err="1"/>
              <a:t>cambiarias</a:t>
            </a:r>
            <a:r>
              <a:rPr lang="en-US"/>
              <a:t>, </a:t>
            </a:r>
            <a:r>
              <a:rPr lang="en-US" err="1"/>
              <a:t>sobreprecios</a:t>
            </a:r>
            <a:r>
              <a:rPr lang="en-US"/>
              <a:t> y </a:t>
            </a:r>
            <a:r>
              <a:rPr lang="en-US" err="1"/>
              <a:t>especulación</a:t>
            </a:r>
            <a:r>
              <a:rPr lang="en-US"/>
              <a:t> </a:t>
            </a:r>
            <a:r>
              <a:rPr lang="en-US" err="1"/>
              <a:t>arbitraria</a:t>
            </a:r>
            <a:r>
              <a:rPr lang="en-US"/>
              <a:t> a </a:t>
            </a:r>
            <a:r>
              <a:rPr lang="en-US" err="1"/>
              <a:t>nivel</a:t>
            </a:r>
            <a:r>
              <a:rPr lang="en-US"/>
              <a:t> local </a:t>
            </a:r>
            <a:r>
              <a:rPr lang="en-US" err="1"/>
              <a:t>por</a:t>
            </a:r>
            <a:r>
              <a:rPr lang="en-US"/>
              <a:t> la </a:t>
            </a:r>
            <a:r>
              <a:rPr lang="en-US" err="1"/>
              <a:t>ausencia</a:t>
            </a:r>
            <a:r>
              <a:rPr lang="en-US"/>
              <a:t> de un punto de </a:t>
            </a:r>
            <a:r>
              <a:rPr lang="en-US" err="1"/>
              <a:t>referencia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pesos chilenos. Esta </a:t>
            </a:r>
            <a:r>
              <a:rPr lang="en-US" err="1"/>
              <a:t>situación</a:t>
            </a:r>
            <a:r>
              <a:rPr lang="en-US"/>
              <a:t> </a:t>
            </a:r>
            <a:r>
              <a:rPr lang="en-US" err="1"/>
              <a:t>expone</a:t>
            </a:r>
            <a:r>
              <a:rPr lang="en-US"/>
              <a:t>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r>
              <a:rPr lang="en-US"/>
              <a:t> a </a:t>
            </a:r>
            <a:r>
              <a:rPr lang="en-US" err="1"/>
              <a:t>riesgos</a:t>
            </a:r>
            <a:r>
              <a:rPr lang="en-US"/>
              <a:t> </a:t>
            </a:r>
            <a:r>
              <a:rPr lang="en-US" err="1"/>
              <a:t>constantes</a:t>
            </a:r>
            <a:r>
              <a:rPr lang="en-US"/>
              <a:t> de </a:t>
            </a:r>
            <a:r>
              <a:rPr lang="en-US" err="1"/>
              <a:t>estafa</a:t>
            </a:r>
            <a:r>
              <a:rPr lang="en-US"/>
              <a:t> y </a:t>
            </a:r>
            <a:r>
              <a:rPr lang="en-US" err="1"/>
              <a:t>pérdidas</a:t>
            </a:r>
            <a:r>
              <a:rPr lang="en-US"/>
              <a:t> </a:t>
            </a:r>
            <a:r>
              <a:rPr lang="en-US" err="1"/>
              <a:t>económicas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transacciones</a:t>
            </a:r>
            <a:r>
              <a:rPr lang="en-US"/>
              <a:t> </a:t>
            </a:r>
            <a:r>
              <a:rPr lang="en-US" err="1"/>
              <a:t>informales</a:t>
            </a:r>
            <a:r>
              <a:rPr lang="en-US"/>
              <a:t>.</a:t>
            </a:r>
            <a:br>
              <a:rPr lang="en-US"/>
            </a:br>
            <a:endParaRPr lang="en-US"/>
          </a:p>
          <a:p>
            <a:r>
              <a:rPr lang="en-US"/>
              <a:t>Esta </a:t>
            </a:r>
            <a:r>
              <a:rPr lang="en-US" err="1"/>
              <a:t>problemática</a:t>
            </a:r>
            <a:r>
              <a:rPr lang="en-US"/>
              <a:t> </a:t>
            </a:r>
            <a:r>
              <a:rPr lang="en-US" err="1"/>
              <a:t>afecta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a </a:t>
            </a:r>
            <a:r>
              <a:rPr lang="en-US" err="1"/>
              <a:t>coleccionistas</a:t>
            </a:r>
            <a:r>
              <a:rPr lang="en-US"/>
              <a:t>, </a:t>
            </a:r>
            <a:r>
              <a:rPr lang="en-US" err="1"/>
              <a:t>jugadores</a:t>
            </a:r>
            <a:r>
              <a:rPr lang="en-US"/>
              <a:t> </a:t>
            </a:r>
            <a:r>
              <a:rPr lang="en-US" err="1"/>
              <a:t>competitivos</a:t>
            </a:r>
            <a:r>
              <a:rPr lang="en-US"/>
              <a:t> y </a:t>
            </a:r>
            <a:r>
              <a:rPr lang="en-US" err="1"/>
              <a:t>pequeños</a:t>
            </a:r>
            <a:r>
              <a:rPr lang="en-US"/>
              <a:t> </a:t>
            </a:r>
            <a:r>
              <a:rPr lang="en-US" err="1"/>
              <a:t>vendedores</a:t>
            </a:r>
            <a:r>
              <a:rPr lang="en-US"/>
              <a:t> de cartas TCG, tanto </a:t>
            </a:r>
            <a:r>
              <a:rPr lang="en-US" err="1"/>
              <a:t>en</a:t>
            </a:r>
            <a:r>
              <a:rPr lang="en-US"/>
              <a:t> Santiago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regiones </a:t>
            </a:r>
            <a:r>
              <a:rPr lang="en-US" err="1"/>
              <a:t>extremas</a:t>
            </a:r>
            <a:r>
              <a:rPr lang="en-US"/>
              <a:t> del </a:t>
            </a:r>
            <a:r>
              <a:rPr lang="en-US" err="1"/>
              <a:t>país</a:t>
            </a:r>
            <a:r>
              <a:rPr lang="en-US"/>
              <a:t>. </a:t>
            </a:r>
            <a:r>
              <a:rPr lang="en-US" err="1"/>
              <a:t>Estos</a:t>
            </a:r>
            <a:r>
              <a:rPr lang="en-US"/>
              <a:t> </a:t>
            </a:r>
            <a:r>
              <a:rPr lang="en-US" err="1"/>
              <a:t>usuarios</a:t>
            </a:r>
            <a:r>
              <a:rPr lang="en-US"/>
              <a:t> </a:t>
            </a:r>
            <a:r>
              <a:rPr lang="en-US" err="1"/>
              <a:t>carecen</a:t>
            </a:r>
            <a:r>
              <a:rPr lang="en-US"/>
              <a:t> de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herramienta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les </a:t>
            </a:r>
            <a:r>
              <a:rPr lang="en-US" err="1"/>
              <a:t>brinde</a:t>
            </a:r>
            <a:r>
              <a:rPr lang="en-US"/>
              <a:t> </a:t>
            </a:r>
            <a:r>
              <a:rPr lang="en-US" err="1"/>
              <a:t>trazabilidad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sus </a:t>
            </a:r>
            <a:r>
              <a:rPr lang="en-US" err="1"/>
              <a:t>compras</a:t>
            </a:r>
            <a:r>
              <a:rPr lang="en-US"/>
              <a:t>, un </a:t>
            </a:r>
            <a:r>
              <a:rPr lang="en-US" err="1"/>
              <a:t>mecanismo</a:t>
            </a:r>
            <a:r>
              <a:rPr lang="en-US"/>
              <a:t> </a:t>
            </a:r>
            <a:r>
              <a:rPr lang="en-US" err="1"/>
              <a:t>seguro</a:t>
            </a:r>
            <a:r>
              <a:rPr lang="en-US"/>
              <a:t> de </a:t>
            </a:r>
            <a:r>
              <a:rPr lang="en-US" err="1"/>
              <a:t>pago</a:t>
            </a:r>
            <a:r>
              <a:rPr lang="en-US"/>
              <a:t> y la </a:t>
            </a:r>
            <a:r>
              <a:rPr lang="en-US" err="1"/>
              <a:t>certeza</a:t>
            </a:r>
            <a:r>
              <a:rPr lang="en-US"/>
              <a:t> de </a:t>
            </a:r>
            <a:r>
              <a:rPr lang="en-US" err="1"/>
              <a:t>estar</a:t>
            </a:r>
            <a:r>
              <a:rPr lang="en-US"/>
              <a:t> </a:t>
            </a:r>
            <a:r>
              <a:rPr lang="en-US" err="1"/>
              <a:t>pagando</a:t>
            </a:r>
            <a:r>
              <a:rPr lang="en-US"/>
              <a:t> un valor </a:t>
            </a:r>
            <a:r>
              <a:rPr lang="en-US" err="1"/>
              <a:t>justo</a:t>
            </a:r>
            <a:r>
              <a:rPr lang="en-US"/>
              <a:t> y </a:t>
            </a:r>
            <a:r>
              <a:rPr lang="en-US" err="1"/>
              <a:t>actualizado</a:t>
            </a:r>
            <a:r>
              <a:rPr lang="en-US"/>
              <a:t> </a:t>
            </a:r>
            <a:r>
              <a:rPr lang="en-US" err="1"/>
              <a:t>según</a:t>
            </a:r>
            <a:r>
              <a:rPr lang="en-US"/>
              <a:t> el mercado </a:t>
            </a:r>
            <a:r>
              <a:rPr lang="en-US" err="1"/>
              <a:t>internacional</a:t>
            </a:r>
            <a:r>
              <a:rPr lang="en-US"/>
              <a:t>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5407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DDB69D-634B-B21C-5CC0-87D3F4C35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Solución Propuesta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1B02154-796E-3C66-019E-0C14AA81B597}"/>
              </a:ext>
            </a:extLst>
          </p:cNvPr>
          <p:cNvSpPr txBox="1"/>
          <p:nvPr/>
        </p:nvSpPr>
        <p:spPr>
          <a:xfrm>
            <a:off x="1" y="1019528"/>
            <a:ext cx="9214554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Para resolver </a:t>
            </a:r>
            <a:r>
              <a:rPr lang="en-US" err="1"/>
              <a:t>esta</a:t>
            </a:r>
            <a:r>
              <a:rPr lang="en-US"/>
              <a:t> </a:t>
            </a:r>
            <a:r>
              <a:rPr lang="en-US" err="1"/>
              <a:t>problemática</a:t>
            </a:r>
            <a:r>
              <a:rPr lang="en-US"/>
              <a:t> se </a:t>
            </a:r>
            <a:r>
              <a:rPr lang="en-US" err="1"/>
              <a:t>desarrollará</a:t>
            </a:r>
            <a:r>
              <a:rPr lang="en-US"/>
              <a:t> </a:t>
            </a:r>
            <a:r>
              <a:rPr lang="en-US" i="1"/>
              <a:t>El Rincón del </a:t>
            </a:r>
            <a:r>
              <a:rPr lang="en-US" i="1" err="1"/>
              <a:t>Dualista</a:t>
            </a:r>
            <a:r>
              <a:rPr lang="en-US"/>
              <a:t>,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plataforma</a:t>
            </a:r>
            <a:r>
              <a:rPr lang="en-US"/>
              <a:t> web </a:t>
            </a:r>
            <a:r>
              <a:rPr lang="en-US" err="1"/>
              <a:t>transaccional</a:t>
            </a:r>
            <a:r>
              <a:rPr lang="en-US"/>
              <a:t> </a:t>
            </a:r>
            <a:r>
              <a:rPr lang="en-US" err="1"/>
              <a:t>blindada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centraliza</a:t>
            </a:r>
            <a:r>
              <a:rPr lang="en-US"/>
              <a:t> y </a:t>
            </a:r>
            <a:r>
              <a:rPr lang="en-US" err="1"/>
              <a:t>formaliza</a:t>
            </a:r>
            <a:r>
              <a:rPr lang="en-US"/>
              <a:t> la </a:t>
            </a:r>
            <a:r>
              <a:rPr lang="en-US" err="1"/>
              <a:t>compraventa</a:t>
            </a:r>
            <a:r>
              <a:rPr lang="en-US"/>
              <a:t> de cartas TCG. La </a:t>
            </a:r>
            <a:r>
              <a:rPr lang="en-US" err="1"/>
              <a:t>solución</a:t>
            </a:r>
            <a:r>
              <a:rPr lang="en-US"/>
              <a:t> integra un </a:t>
            </a:r>
            <a:r>
              <a:rPr lang="en-US" err="1"/>
              <a:t>catálogo</a:t>
            </a:r>
            <a:r>
              <a:rPr lang="en-US"/>
              <a:t> </a:t>
            </a:r>
            <a:r>
              <a:rPr lang="en-US" err="1"/>
              <a:t>unificado</a:t>
            </a:r>
            <a:r>
              <a:rPr lang="en-US"/>
              <a:t> con </a:t>
            </a:r>
            <a:r>
              <a:rPr lang="en-US" err="1"/>
              <a:t>conversión</a:t>
            </a:r>
            <a:r>
              <a:rPr lang="en-US"/>
              <a:t> </a:t>
            </a:r>
            <a:r>
              <a:rPr lang="en-US" err="1"/>
              <a:t>cambiaria</a:t>
            </a:r>
            <a:r>
              <a:rPr lang="en-US"/>
              <a:t> </a:t>
            </a:r>
            <a:r>
              <a:rPr lang="en-US" err="1"/>
              <a:t>automática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tiempo</a:t>
            </a:r>
            <a:r>
              <a:rPr lang="en-US"/>
              <a:t> real </a:t>
            </a:r>
            <a:r>
              <a:rPr lang="en-US" err="1"/>
              <a:t>desde</a:t>
            </a:r>
            <a:r>
              <a:rPr lang="en-US"/>
              <a:t> USD a CLP, </a:t>
            </a:r>
            <a:r>
              <a:rPr lang="en-US" err="1"/>
              <a:t>frenando</a:t>
            </a:r>
            <a:r>
              <a:rPr lang="en-US"/>
              <a:t> la </a:t>
            </a:r>
            <a:r>
              <a:rPr lang="en-US" err="1"/>
              <a:t>especulación</a:t>
            </a:r>
            <a:r>
              <a:rPr lang="en-US"/>
              <a:t>. </a:t>
            </a:r>
            <a:r>
              <a:rPr lang="en-US" err="1"/>
              <a:t>Además</a:t>
            </a:r>
            <a:r>
              <a:rPr lang="en-US"/>
              <a:t>, </a:t>
            </a:r>
            <a:r>
              <a:rPr lang="en-US" err="1"/>
              <a:t>implementa</a:t>
            </a:r>
            <a:r>
              <a:rPr lang="en-US"/>
              <a:t> un </a:t>
            </a:r>
            <a:r>
              <a:rPr lang="en-US" err="1"/>
              <a:t>sistema</a:t>
            </a:r>
            <a:r>
              <a:rPr lang="en-US"/>
              <a:t> de custodia de </a:t>
            </a:r>
            <a:r>
              <a:rPr lang="en-US" err="1"/>
              <a:t>pagos</a:t>
            </a:r>
            <a:r>
              <a:rPr lang="en-US"/>
              <a:t> (</a:t>
            </a:r>
            <a:r>
              <a:rPr lang="en-US" i="1"/>
              <a:t>escrow</a:t>
            </a:r>
            <a:r>
              <a:rPr lang="en-US"/>
              <a:t>)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retiene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fondos</a:t>
            </a:r>
            <a:r>
              <a:rPr lang="en-US"/>
              <a:t> hasta </a:t>
            </a:r>
            <a:r>
              <a:rPr lang="en-US" err="1"/>
              <a:t>que</a:t>
            </a:r>
            <a:r>
              <a:rPr lang="en-US"/>
              <a:t> el comprador </a:t>
            </a:r>
            <a:r>
              <a:rPr lang="en-US" err="1"/>
              <a:t>verifica</a:t>
            </a:r>
            <a:r>
              <a:rPr lang="en-US"/>
              <a:t> la </a:t>
            </a:r>
            <a:r>
              <a:rPr lang="en-US" err="1"/>
              <a:t>recepción</a:t>
            </a:r>
            <a:r>
              <a:rPr lang="en-US"/>
              <a:t> </a:t>
            </a:r>
            <a:r>
              <a:rPr lang="en-US" err="1"/>
              <a:t>física</a:t>
            </a:r>
            <a:r>
              <a:rPr lang="en-US"/>
              <a:t> del </a:t>
            </a:r>
            <a:r>
              <a:rPr lang="en-US" err="1"/>
              <a:t>producto</a:t>
            </a:r>
            <a:r>
              <a:rPr lang="en-US"/>
              <a:t>, </a:t>
            </a:r>
            <a:r>
              <a:rPr lang="en-US" err="1"/>
              <a:t>erradicando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completo</a:t>
            </a:r>
            <a:r>
              <a:rPr lang="en-US"/>
              <a:t> el </a:t>
            </a:r>
            <a:r>
              <a:rPr lang="en-US" err="1"/>
              <a:t>riesgo</a:t>
            </a:r>
            <a:r>
              <a:rPr lang="en-US"/>
              <a:t> de </a:t>
            </a:r>
            <a:r>
              <a:rPr lang="en-US" err="1"/>
              <a:t>estafa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las </a:t>
            </a:r>
            <a:r>
              <a:rPr lang="en-US" err="1"/>
              <a:t>transacciones</a:t>
            </a:r>
            <a:r>
              <a:rPr lang="en-US"/>
              <a:t>.</a:t>
            </a:r>
          </a:p>
          <a:p>
            <a:endParaRPr lang="en-US"/>
          </a:p>
          <a:p>
            <a:r>
              <a:rPr lang="en-US"/>
              <a:t>El </a:t>
            </a:r>
            <a:r>
              <a:rPr lang="en-US" err="1"/>
              <a:t>sistema</a:t>
            </a:r>
            <a:r>
              <a:rPr lang="en-US"/>
              <a:t> </a:t>
            </a:r>
            <a:r>
              <a:rPr lang="en-US" err="1"/>
              <a:t>incorpora</a:t>
            </a:r>
            <a:r>
              <a:rPr lang="en-US"/>
              <a:t> un </a:t>
            </a:r>
            <a:r>
              <a:rPr lang="en-US" err="1"/>
              <a:t>módulo</a:t>
            </a:r>
            <a:r>
              <a:rPr lang="en-US"/>
              <a:t> </a:t>
            </a:r>
            <a:r>
              <a:rPr lang="en-US" err="1"/>
              <a:t>avanzado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realizar</a:t>
            </a:r>
            <a:r>
              <a:rPr lang="en-US"/>
              <a:t> </a:t>
            </a:r>
            <a:r>
              <a:rPr lang="en-US" err="1"/>
              <a:t>reconocimiento</a:t>
            </a:r>
            <a:r>
              <a:rPr lang="en-US"/>
              <a:t> visual de cartas </a:t>
            </a:r>
            <a:r>
              <a:rPr lang="en-US" err="1"/>
              <a:t>mediante</a:t>
            </a:r>
            <a:r>
              <a:rPr lang="en-US"/>
              <a:t> </a:t>
            </a:r>
            <a:r>
              <a:rPr lang="en-US" err="1"/>
              <a:t>análisis</a:t>
            </a:r>
            <a:r>
              <a:rPr lang="en-US"/>
              <a:t> de </a:t>
            </a:r>
            <a:r>
              <a:rPr lang="en-US" err="1"/>
              <a:t>imágenes</a:t>
            </a:r>
            <a:r>
              <a:rPr lang="en-US"/>
              <a:t> y </a:t>
            </a:r>
            <a:r>
              <a:rPr lang="en-US" err="1"/>
              <a:t>ofrecer</a:t>
            </a:r>
            <a:r>
              <a:rPr lang="en-US"/>
              <a:t> un chatbot </a:t>
            </a:r>
            <a:r>
              <a:rPr lang="en-US" err="1"/>
              <a:t>interactivo</a:t>
            </a:r>
            <a:r>
              <a:rPr lang="en-US"/>
              <a:t> para la consulta de </a:t>
            </a:r>
            <a:r>
              <a:rPr lang="en-US" err="1"/>
              <a:t>precios</a:t>
            </a:r>
            <a:r>
              <a:rPr lang="en-US"/>
              <a:t> y </a:t>
            </a:r>
            <a:r>
              <a:rPr lang="en-US" err="1"/>
              <a:t>variaciones</a:t>
            </a:r>
            <a:r>
              <a:rPr lang="en-US"/>
              <a:t> de </a:t>
            </a:r>
            <a:r>
              <a:rPr lang="en-US" err="1"/>
              <a:t>edición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tiempo</a:t>
            </a:r>
            <a:r>
              <a:rPr lang="en-US"/>
              <a:t> real. Con </a:t>
            </a:r>
            <a:r>
              <a:rPr lang="en-US" err="1"/>
              <a:t>esta</a:t>
            </a:r>
            <a:r>
              <a:rPr lang="en-US"/>
              <a:t> </a:t>
            </a:r>
            <a:r>
              <a:rPr lang="en-US" err="1"/>
              <a:t>arquitectura</a:t>
            </a:r>
            <a:r>
              <a:rPr lang="en-US"/>
              <a:t> modular y </a:t>
            </a:r>
            <a:r>
              <a:rPr lang="en-US" err="1"/>
              <a:t>multimoneda</a:t>
            </a:r>
            <a:r>
              <a:rPr lang="en-US"/>
              <a:t>, la </a:t>
            </a:r>
            <a:r>
              <a:rPr lang="en-US" err="1"/>
              <a:t>plataforma</a:t>
            </a:r>
            <a:r>
              <a:rPr lang="en-US"/>
              <a:t> no solo </a:t>
            </a:r>
            <a:r>
              <a:rPr lang="en-US" err="1"/>
              <a:t>resuelve</a:t>
            </a:r>
            <a:r>
              <a:rPr lang="en-US"/>
              <a:t> la </a:t>
            </a:r>
            <a:r>
              <a:rPr lang="en-US" err="1"/>
              <a:t>inseguridad</a:t>
            </a:r>
            <a:r>
              <a:rPr lang="en-US"/>
              <a:t> del mercado local, </a:t>
            </a:r>
            <a:r>
              <a:rPr lang="en-US" err="1"/>
              <a:t>sino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sienta</a:t>
            </a:r>
            <a:r>
              <a:rPr lang="en-US"/>
              <a:t> las bases </a:t>
            </a:r>
            <a:r>
              <a:rPr lang="en-US" err="1"/>
              <a:t>técnicas</a:t>
            </a:r>
            <a:r>
              <a:rPr lang="en-US"/>
              <a:t> para </a:t>
            </a:r>
            <a:r>
              <a:rPr lang="en-US" err="1"/>
              <a:t>escalar</a:t>
            </a:r>
            <a:r>
              <a:rPr lang="en-US"/>
              <a:t> </a:t>
            </a:r>
            <a:r>
              <a:rPr lang="en-US" err="1"/>
              <a:t>este</a:t>
            </a:r>
            <a:r>
              <a:rPr lang="en-US"/>
              <a:t> </a:t>
            </a:r>
            <a:r>
              <a:rPr lang="en-US" err="1"/>
              <a:t>modelo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transparente</a:t>
            </a:r>
            <a:r>
              <a:rPr lang="en-US"/>
              <a:t> a </a:t>
            </a:r>
            <a:r>
              <a:rPr lang="en-US" err="1"/>
              <a:t>toda</a:t>
            </a:r>
            <a:r>
              <a:rPr lang="en-US"/>
              <a:t> </a:t>
            </a:r>
            <a:r>
              <a:rPr lang="en-US" err="1"/>
              <a:t>Latinoamérica</a:t>
            </a:r>
            <a:r>
              <a:rPr lang="en-US"/>
              <a:t>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3833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00715D-FCA5-A4F8-0869-E858BE56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Objetivos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EF48F43-7BF8-6B01-DF91-91A0B5D4FBBB}"/>
              </a:ext>
            </a:extLst>
          </p:cNvPr>
          <p:cNvSpPr txBox="1"/>
          <p:nvPr/>
        </p:nvSpPr>
        <p:spPr>
          <a:xfrm>
            <a:off x="0" y="977195"/>
            <a:ext cx="6745111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b="1" err="1"/>
              <a:t>Objetivo</a:t>
            </a:r>
            <a:r>
              <a:rPr lang="en-US" b="1"/>
              <a:t> General:</a:t>
            </a:r>
            <a:r>
              <a:rPr lang="en-US"/>
              <a:t> </a:t>
            </a:r>
            <a:r>
              <a:rPr lang="en-US" err="1"/>
              <a:t>Desarrollar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plataforma</a:t>
            </a:r>
            <a:r>
              <a:rPr lang="en-US"/>
              <a:t> web integral </a:t>
            </a:r>
            <a:r>
              <a:rPr lang="en-US" err="1"/>
              <a:t>enfocada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comunidad de cartas TCG,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incorpore</a:t>
            </a:r>
            <a:r>
              <a:rPr lang="en-US"/>
              <a:t> un chatbot </a:t>
            </a:r>
            <a:r>
              <a:rPr lang="en-US" err="1"/>
              <a:t>capaz</a:t>
            </a:r>
            <a:r>
              <a:rPr lang="en-US"/>
              <a:t> de resolver </a:t>
            </a:r>
            <a:r>
              <a:rPr lang="en-US" err="1"/>
              <a:t>dudas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tiempo</a:t>
            </a:r>
            <a:r>
              <a:rPr lang="en-US"/>
              <a:t> real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precios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recientes</a:t>
            </a:r>
            <a:r>
              <a:rPr lang="en-US"/>
              <a:t> del mercado y </a:t>
            </a:r>
            <a:r>
              <a:rPr lang="en-US" err="1"/>
              <a:t>mostrar</a:t>
            </a:r>
            <a:r>
              <a:rPr lang="en-US"/>
              <a:t> las </a:t>
            </a:r>
            <a:r>
              <a:rPr lang="en-US" err="1"/>
              <a:t>diferentes</a:t>
            </a:r>
            <a:r>
              <a:rPr lang="en-US"/>
              <a:t> </a:t>
            </a:r>
            <a:r>
              <a:rPr lang="en-US" err="1"/>
              <a:t>versiones</a:t>
            </a:r>
            <a:r>
              <a:rPr lang="en-US"/>
              <a:t> o </a:t>
            </a:r>
            <a:r>
              <a:rPr lang="en-US" err="1"/>
              <a:t>variaciones</a:t>
            </a:r>
            <a:r>
              <a:rPr lang="en-US"/>
              <a:t> </a:t>
            </a:r>
            <a:r>
              <a:rPr lang="en-US" err="1"/>
              <a:t>existentes</a:t>
            </a:r>
            <a:r>
              <a:rPr lang="en-US"/>
              <a:t> de </a:t>
            </a:r>
            <a:r>
              <a:rPr lang="en-US" err="1"/>
              <a:t>cada</a:t>
            </a:r>
            <a:r>
              <a:rPr lang="en-US"/>
              <a:t> carta.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 err="1"/>
              <a:t>Objetivos</a:t>
            </a:r>
            <a:r>
              <a:rPr lang="en-US" b="1"/>
              <a:t> </a:t>
            </a:r>
            <a:r>
              <a:rPr lang="en-US" b="1" err="1"/>
              <a:t>Específicos</a:t>
            </a:r>
            <a:r>
              <a:rPr lang="en-US" b="1"/>
              <a:t>:</a:t>
            </a:r>
            <a:r>
              <a:rPr lang="en-US"/>
              <a:t> </a:t>
            </a:r>
            <a:r>
              <a:rPr lang="en-US" err="1"/>
              <a:t>Diseñar</a:t>
            </a:r>
            <a:r>
              <a:rPr lang="en-US"/>
              <a:t> e </a:t>
            </a:r>
            <a:r>
              <a:rPr lang="en-US" err="1"/>
              <a:t>implementar</a:t>
            </a:r>
            <a:r>
              <a:rPr lang="en-US"/>
              <a:t> la </a:t>
            </a:r>
            <a:r>
              <a:rPr lang="en-US" err="1"/>
              <a:t>interfaz</a:t>
            </a:r>
            <a:r>
              <a:rPr lang="en-US"/>
              <a:t> web, </a:t>
            </a:r>
            <a:r>
              <a:rPr lang="en-US" err="1"/>
              <a:t>construir</a:t>
            </a:r>
            <a:r>
              <a:rPr lang="en-US"/>
              <a:t> la base de </a:t>
            </a:r>
            <a:r>
              <a:rPr lang="en-US" err="1"/>
              <a:t>datos</a:t>
            </a:r>
            <a:r>
              <a:rPr lang="en-US"/>
              <a:t> para el </a:t>
            </a:r>
            <a:r>
              <a:rPr lang="en-US" err="1"/>
              <a:t>historial</a:t>
            </a:r>
            <a:r>
              <a:rPr lang="en-US"/>
              <a:t> de </a:t>
            </a:r>
            <a:r>
              <a:rPr lang="en-US" err="1"/>
              <a:t>precios</a:t>
            </a:r>
            <a:r>
              <a:rPr lang="en-US"/>
              <a:t>, e </a:t>
            </a:r>
            <a:r>
              <a:rPr lang="en-US" err="1"/>
              <a:t>integrar</a:t>
            </a:r>
            <a:r>
              <a:rPr lang="en-US"/>
              <a:t> el chatbot con APIs </a:t>
            </a:r>
            <a:r>
              <a:rPr lang="en-US" err="1"/>
              <a:t>especializadas</a:t>
            </a:r>
            <a:r>
              <a:rPr lang="en-US"/>
              <a:t> de TCG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precisión</a:t>
            </a:r>
            <a:r>
              <a:rPr lang="en-US"/>
              <a:t> de las </a:t>
            </a:r>
            <a:r>
              <a:rPr lang="en-US" err="1"/>
              <a:t>consultas</a:t>
            </a:r>
            <a:r>
              <a:rPr lang="en-US"/>
              <a:t>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6976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CDBB6-995B-2D57-41EC-EE76A3278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Metodología de Desarrollo y Planificación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27FCDC2-31D9-3F0B-217D-6FB5D8EDAF44}"/>
              </a:ext>
            </a:extLst>
          </p:cNvPr>
          <p:cNvSpPr txBox="1"/>
          <p:nvPr/>
        </p:nvSpPr>
        <p:spPr>
          <a:xfrm>
            <a:off x="0" y="977195"/>
            <a:ext cx="9143999" cy="35394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b="1" err="1"/>
              <a:t>Metodología</a:t>
            </a:r>
            <a:r>
              <a:rPr lang="en-US" b="1"/>
              <a:t> </a:t>
            </a:r>
            <a:r>
              <a:rPr lang="en-US" b="1" err="1"/>
              <a:t>seleccionada</a:t>
            </a:r>
            <a:r>
              <a:rPr lang="en-US" b="1"/>
              <a:t>:</a:t>
            </a:r>
            <a:r>
              <a:rPr lang="en-US"/>
              <a:t> Para el </a:t>
            </a:r>
            <a:r>
              <a:rPr lang="en-US" err="1"/>
              <a:t>desarrollo</a:t>
            </a:r>
            <a:r>
              <a:rPr lang="en-US"/>
              <a:t> del </a:t>
            </a:r>
            <a:r>
              <a:rPr lang="en-US" err="1"/>
              <a:t>proyecto</a:t>
            </a:r>
            <a:r>
              <a:rPr lang="en-US"/>
              <a:t> </a:t>
            </a:r>
            <a:r>
              <a:rPr lang="en-US" err="1"/>
              <a:t>seleccionamos</a:t>
            </a:r>
            <a:r>
              <a:rPr lang="en-US"/>
              <a:t> la </a:t>
            </a:r>
            <a:r>
              <a:rPr lang="en-US" err="1"/>
              <a:t>metodología</a:t>
            </a:r>
            <a:r>
              <a:rPr lang="en-US"/>
              <a:t> </a:t>
            </a:r>
            <a:r>
              <a:rPr lang="en-US" err="1"/>
              <a:t>ágil</a:t>
            </a:r>
            <a:r>
              <a:rPr lang="en-US"/>
              <a:t> </a:t>
            </a:r>
            <a:r>
              <a:rPr lang="en-US" b="1"/>
              <a:t>Scrum</a:t>
            </a:r>
            <a:r>
              <a:rPr lang="en-US"/>
              <a:t>, un </a:t>
            </a:r>
            <a:r>
              <a:rPr lang="en-US" err="1"/>
              <a:t>marco</a:t>
            </a:r>
            <a:r>
              <a:rPr lang="en-US"/>
              <a:t> de </a:t>
            </a:r>
            <a:r>
              <a:rPr lang="en-US" err="1"/>
              <a:t>trabajo</a:t>
            </a:r>
            <a:r>
              <a:rPr lang="en-US"/>
              <a:t> </a:t>
            </a:r>
            <a:r>
              <a:rPr lang="en-US" err="1"/>
              <a:t>basado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entregas</a:t>
            </a:r>
            <a:r>
              <a:rPr lang="en-US"/>
              <a:t> </a:t>
            </a:r>
            <a:r>
              <a:rPr lang="en-US" err="1"/>
              <a:t>incrementales</a:t>
            </a:r>
            <a:r>
              <a:rPr lang="en-US"/>
              <a:t> y </a:t>
            </a:r>
            <a:r>
              <a:rPr lang="en-US" err="1"/>
              <a:t>ciclos</a:t>
            </a:r>
            <a:r>
              <a:rPr lang="en-US"/>
              <a:t> </a:t>
            </a:r>
            <a:r>
              <a:rPr lang="en-US" err="1"/>
              <a:t>cortos</a:t>
            </a:r>
            <a:r>
              <a:rPr lang="en-US"/>
              <a:t> de </a:t>
            </a:r>
            <a:r>
              <a:rPr lang="en-US" err="1"/>
              <a:t>desarrollo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permite</a:t>
            </a:r>
            <a:r>
              <a:rPr lang="en-US"/>
              <a:t> </a:t>
            </a:r>
            <a:r>
              <a:rPr lang="en-US" err="1"/>
              <a:t>validar</a:t>
            </a:r>
            <a:r>
              <a:rPr lang="en-US"/>
              <a:t> </a:t>
            </a:r>
            <a:r>
              <a:rPr lang="en-US" err="1"/>
              <a:t>funcionalmente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módulo</a:t>
            </a:r>
            <a:r>
              <a:rPr lang="en-US"/>
              <a:t> antes de </a:t>
            </a:r>
            <a:r>
              <a:rPr lang="en-US" err="1"/>
              <a:t>avanzar</a:t>
            </a:r>
            <a:r>
              <a:rPr lang="en-US"/>
              <a:t>. Esta </a:t>
            </a:r>
            <a:r>
              <a:rPr lang="en-US" err="1"/>
              <a:t>elección</a:t>
            </a:r>
            <a:r>
              <a:rPr lang="en-US"/>
              <a:t> se </a:t>
            </a:r>
            <a:r>
              <a:rPr lang="en-US" err="1"/>
              <a:t>justifica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alta</a:t>
            </a:r>
            <a:r>
              <a:rPr lang="en-US"/>
              <a:t> </a:t>
            </a:r>
            <a:r>
              <a:rPr lang="en-US" err="1"/>
              <a:t>complejidad</a:t>
            </a:r>
            <a:r>
              <a:rPr lang="en-US"/>
              <a:t> </a:t>
            </a:r>
            <a:r>
              <a:rPr lang="en-US" err="1"/>
              <a:t>técnica</a:t>
            </a:r>
            <a:r>
              <a:rPr lang="en-US"/>
              <a:t> de </a:t>
            </a:r>
            <a:r>
              <a:rPr lang="en-US" i="1"/>
              <a:t>El Rincón del </a:t>
            </a:r>
            <a:r>
              <a:rPr lang="en-US" i="1" err="1"/>
              <a:t>Dualista</a:t>
            </a:r>
            <a:r>
              <a:rPr lang="en-US"/>
              <a:t>, </a:t>
            </a:r>
            <a:r>
              <a:rPr lang="en-US" err="1"/>
              <a:t>donde</a:t>
            </a:r>
            <a:r>
              <a:rPr lang="en-US"/>
              <a:t> la </a:t>
            </a:r>
            <a:r>
              <a:rPr lang="en-US" err="1"/>
              <a:t>integración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(Gemini API y OpenCV) y </a:t>
            </a:r>
            <a:r>
              <a:rPr lang="en-US" err="1"/>
              <a:t>pasarelas</a:t>
            </a:r>
            <a:r>
              <a:rPr lang="en-US"/>
              <a:t> de </a:t>
            </a:r>
            <a:r>
              <a:rPr lang="en-US" err="1"/>
              <a:t>pago</a:t>
            </a:r>
            <a:r>
              <a:rPr lang="en-US"/>
              <a:t> con custodia (</a:t>
            </a:r>
            <a:r>
              <a:rPr lang="en-US" i="1"/>
              <a:t>escrow</a:t>
            </a:r>
            <a:r>
              <a:rPr lang="en-US"/>
              <a:t>) </a:t>
            </a:r>
            <a:r>
              <a:rPr lang="en-US" err="1"/>
              <a:t>exige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constante</a:t>
            </a:r>
            <a:r>
              <a:rPr lang="en-US"/>
              <a:t> </a:t>
            </a:r>
            <a:r>
              <a:rPr lang="en-US" err="1"/>
              <a:t>adaptación</a:t>
            </a:r>
            <a:r>
              <a:rPr lang="en-US"/>
              <a:t> ante </a:t>
            </a:r>
            <a:r>
              <a:rPr lang="en-US" err="1"/>
              <a:t>imprevistos</a:t>
            </a:r>
            <a:r>
              <a:rPr lang="en-US"/>
              <a:t> </a:t>
            </a:r>
            <a:r>
              <a:rPr lang="en-US" err="1"/>
              <a:t>técnicos</a:t>
            </a:r>
            <a:r>
              <a:rPr lang="en-US"/>
              <a:t>. Scrum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otorga</a:t>
            </a:r>
            <a:r>
              <a:rPr lang="en-US"/>
              <a:t> la </a:t>
            </a:r>
            <a:r>
              <a:rPr lang="en-US" err="1"/>
              <a:t>flexibilidad</a:t>
            </a:r>
            <a:r>
              <a:rPr lang="en-US"/>
              <a:t> </a:t>
            </a:r>
            <a:r>
              <a:rPr lang="en-US" err="1"/>
              <a:t>necesaria</a:t>
            </a:r>
            <a:r>
              <a:rPr lang="en-US"/>
              <a:t> para </a:t>
            </a:r>
            <a:r>
              <a:rPr lang="en-US" err="1"/>
              <a:t>realizar</a:t>
            </a:r>
            <a:r>
              <a:rPr lang="en-US"/>
              <a:t> </a:t>
            </a:r>
            <a:r>
              <a:rPr lang="en-US" err="1"/>
              <a:t>integración</a:t>
            </a:r>
            <a:r>
              <a:rPr lang="en-US"/>
              <a:t> continua, </a:t>
            </a:r>
            <a:r>
              <a:rPr lang="en-US" err="1"/>
              <a:t>iterar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la </a:t>
            </a:r>
            <a:r>
              <a:rPr lang="en-US" err="1"/>
              <a:t>lógica</a:t>
            </a:r>
            <a:r>
              <a:rPr lang="en-US"/>
              <a:t> del chatbot y </a:t>
            </a:r>
            <a:r>
              <a:rPr lang="en-US" err="1"/>
              <a:t>ajustar</a:t>
            </a:r>
            <a:r>
              <a:rPr lang="en-US"/>
              <a:t> la </a:t>
            </a:r>
            <a:r>
              <a:rPr lang="en-US" err="1"/>
              <a:t>arquitectura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tiempo</a:t>
            </a:r>
            <a:r>
              <a:rPr lang="en-US"/>
              <a:t> real, </a:t>
            </a:r>
            <a:r>
              <a:rPr lang="en-US" err="1"/>
              <a:t>garantizando</a:t>
            </a:r>
            <a:r>
              <a:rPr lang="en-US"/>
              <a:t> un </a:t>
            </a:r>
            <a:r>
              <a:rPr lang="en-US" err="1"/>
              <a:t>avance</a:t>
            </a:r>
            <a:r>
              <a:rPr lang="en-US"/>
              <a:t> </a:t>
            </a:r>
            <a:r>
              <a:rPr lang="en-US" err="1"/>
              <a:t>adaptativo</a:t>
            </a:r>
            <a:r>
              <a:rPr lang="en-US"/>
              <a:t>, </a:t>
            </a:r>
            <a:r>
              <a:rPr lang="en-US" err="1"/>
              <a:t>ordenado</a:t>
            </a:r>
            <a:r>
              <a:rPr lang="en-US"/>
              <a:t> y </a:t>
            </a:r>
            <a:r>
              <a:rPr lang="en-US" err="1"/>
              <a:t>alineado</a:t>
            </a:r>
            <a:r>
              <a:rPr lang="en-US"/>
              <a:t>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plazos</a:t>
            </a:r>
            <a:r>
              <a:rPr lang="en-US"/>
              <a:t> del </a:t>
            </a:r>
            <a:r>
              <a:rPr lang="en-US" err="1"/>
              <a:t>proyecto</a:t>
            </a:r>
            <a:r>
              <a:rPr lang="en-US"/>
              <a:t>.</a:t>
            </a:r>
            <a:endParaRPr lang="es-ES"/>
          </a:p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Plan de </a:t>
            </a:r>
            <a:r>
              <a:rPr lang="en-US" b="1" err="1"/>
              <a:t>trabajo</a:t>
            </a:r>
            <a:r>
              <a:rPr lang="en-US" b="1"/>
              <a:t>:</a:t>
            </a:r>
          </a:p>
          <a:p>
            <a:pPr marL="685800" lvl="2" indent="-228600">
              <a:buFont typeface="Wingdings"/>
              <a:buChar char="§"/>
            </a:pPr>
            <a:r>
              <a:rPr lang="en-US" b="1"/>
              <a:t>Fase 1 (Semanas 1-6):</a:t>
            </a:r>
            <a:r>
              <a:rPr lang="en-US"/>
              <a:t> </a:t>
            </a:r>
            <a:r>
              <a:rPr lang="en-US" err="1"/>
              <a:t>Arquitectura</a:t>
            </a:r>
            <a:r>
              <a:rPr lang="en-US"/>
              <a:t>, </a:t>
            </a:r>
            <a:r>
              <a:rPr lang="en-US" err="1"/>
              <a:t>Modelado</a:t>
            </a:r>
            <a:r>
              <a:rPr lang="en-US"/>
              <a:t> de BD (</a:t>
            </a:r>
            <a:r>
              <a:rPr lang="en-US" err="1"/>
              <a:t>Supabase</a:t>
            </a:r>
            <a:r>
              <a:rPr lang="en-US"/>
              <a:t>/PostgreSQL) y Auth. </a:t>
            </a:r>
            <a:r>
              <a:rPr lang="en-US" i="1"/>
              <a:t>Resp: Amaro Contreras / Sebastian </a:t>
            </a:r>
            <a:r>
              <a:rPr lang="en-US" i="1" err="1"/>
              <a:t>Luarte</a:t>
            </a:r>
            <a:r>
              <a:rPr lang="en-US"/>
              <a:t>.</a:t>
            </a:r>
          </a:p>
          <a:p>
            <a:pPr marL="685800" lvl="2" indent="-228600">
              <a:buFont typeface="Wingdings"/>
              <a:buChar char="§"/>
            </a:pPr>
            <a:r>
              <a:rPr lang="en-US" b="1"/>
              <a:t>Fase 2 (Semanas 7-13):</a:t>
            </a:r>
            <a:r>
              <a:rPr lang="en-US"/>
              <a:t> </a:t>
            </a:r>
            <a:r>
              <a:rPr lang="en-US" err="1"/>
              <a:t>Microservicio</a:t>
            </a:r>
            <a:r>
              <a:rPr lang="en-US"/>
              <a:t> de IA (Python </a:t>
            </a:r>
            <a:r>
              <a:rPr lang="en-US" err="1"/>
              <a:t>FastAPI</a:t>
            </a:r>
            <a:r>
              <a:rPr lang="en-US"/>
              <a:t> + OpenCV + Gemini API) y Backend </a:t>
            </a:r>
            <a:r>
              <a:rPr lang="en-US" err="1"/>
              <a:t>Transaccional</a:t>
            </a:r>
            <a:r>
              <a:rPr lang="en-US"/>
              <a:t> (Spring Boot + Mercado Pago). </a:t>
            </a:r>
            <a:r>
              <a:rPr lang="en-US" i="1"/>
              <a:t>Resp: Amaro Contreras / Sebastian </a:t>
            </a:r>
            <a:r>
              <a:rPr lang="en-US" i="1" err="1"/>
              <a:t>Luarte</a:t>
            </a:r>
            <a:r>
              <a:rPr lang="en-US"/>
              <a:t>.</a:t>
            </a:r>
          </a:p>
          <a:p>
            <a:pPr marL="685800" lvl="2" indent="-228600">
              <a:buFont typeface="Wingdings"/>
              <a:buChar char="§"/>
            </a:pPr>
            <a:r>
              <a:rPr lang="en-US" b="1"/>
              <a:t>Fase 3 (Semanas 14-18):</a:t>
            </a:r>
            <a:r>
              <a:rPr lang="en-US"/>
              <a:t> </a:t>
            </a:r>
            <a:r>
              <a:rPr lang="en-US" err="1"/>
              <a:t>Integración</a:t>
            </a:r>
            <a:r>
              <a:rPr lang="en-US"/>
              <a:t> Frontend (React/Vue/HTML5), </a:t>
            </a:r>
            <a:r>
              <a:rPr lang="en-US" err="1"/>
              <a:t>Pruebas</a:t>
            </a:r>
            <a:r>
              <a:rPr lang="en-US"/>
              <a:t> E2E y </a:t>
            </a:r>
            <a:r>
              <a:rPr lang="en-US" err="1"/>
              <a:t>Despliegue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Nube (</a:t>
            </a:r>
            <a:r>
              <a:rPr lang="en-US" err="1"/>
              <a:t>Vercel</a:t>
            </a:r>
            <a:r>
              <a:rPr lang="en-US"/>
              <a:t>/Render). </a:t>
            </a:r>
            <a:r>
              <a:rPr lang="en-US" i="1"/>
              <a:t>Resp: Amaro Contreras / Sebastian </a:t>
            </a:r>
            <a:r>
              <a:rPr lang="en-US" i="1" err="1"/>
              <a:t>Luarte</a:t>
            </a:r>
            <a:r>
              <a:rPr lang="en-US"/>
              <a:t>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4440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>
            <a:spLocks noGrp="1"/>
          </p:cNvSpPr>
          <p:nvPr>
            <p:ph type="title"/>
          </p:nvPr>
        </p:nvSpPr>
        <p:spPr>
          <a:xfrm>
            <a:off x="1106176" y="324998"/>
            <a:ext cx="77268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" b="0"/>
              <a:t>Herramientas de Trabajo</a:t>
            </a:r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6CB0CF-4AF8-BC34-CA11-5426D6BF8915}"/>
              </a:ext>
            </a:extLst>
          </p:cNvPr>
          <p:cNvSpPr txBox="1"/>
          <p:nvPr/>
        </p:nvSpPr>
        <p:spPr>
          <a:xfrm>
            <a:off x="0" y="1083028"/>
            <a:ext cx="9144000" cy="3108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b="1" err="1"/>
              <a:t>Gestión</a:t>
            </a:r>
            <a:r>
              <a:rPr lang="en-US" b="1"/>
              <a:t> de Proyecto:</a:t>
            </a:r>
            <a:r>
              <a:rPr lang="en-US"/>
              <a:t> Trello / GitHub Projects</a:t>
            </a:r>
          </a:p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 err="1"/>
              <a:t>Programación</a:t>
            </a:r>
            <a:r>
              <a:rPr lang="en-US" b="1"/>
              <a:t>:</a:t>
            </a:r>
            <a:r>
              <a:rPr lang="en-US"/>
              <a:t> VS Code, Python 3, Java 17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Frameworks:</a:t>
            </a:r>
            <a:r>
              <a:rPr lang="en-US"/>
              <a:t> Spring Boot, </a:t>
            </a:r>
            <a:r>
              <a:rPr lang="en-US" err="1"/>
              <a:t>FastAPI</a:t>
            </a:r>
            <a:r>
              <a:rPr lang="en-US"/>
              <a:t>, React/HTML5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Base de Datos:</a:t>
            </a:r>
            <a:r>
              <a:rPr lang="en-US"/>
              <a:t> </a:t>
            </a:r>
            <a:r>
              <a:rPr lang="en-US" err="1"/>
              <a:t>Supabase</a:t>
            </a:r>
            <a:r>
              <a:rPr lang="en-US"/>
              <a:t> (PostgreSQL)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Control de </a:t>
            </a:r>
            <a:r>
              <a:rPr lang="en-US" b="1" err="1"/>
              <a:t>Versiones</a:t>
            </a:r>
            <a:r>
              <a:rPr lang="en-US" b="1"/>
              <a:t>:</a:t>
            </a:r>
            <a:r>
              <a:rPr lang="en-US"/>
              <a:t> Git &amp; GitHub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IA &amp; </a:t>
            </a:r>
            <a:r>
              <a:rPr lang="en-US" b="1" err="1"/>
              <a:t>Integraciones</a:t>
            </a:r>
            <a:r>
              <a:rPr lang="en-US" b="1"/>
              <a:t>:</a:t>
            </a:r>
            <a:r>
              <a:rPr lang="en-US"/>
              <a:t> OpenCV, Gemini API, Mercado Pago Sandbox, mindicador.cl</a:t>
            </a:r>
          </a:p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 err="1"/>
              <a:t>Diseño</a:t>
            </a:r>
            <a:r>
              <a:rPr lang="en-US" b="1"/>
              <a:t>:</a:t>
            </a:r>
            <a:r>
              <a:rPr lang="en-US"/>
              <a:t> Figma, Draw.io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B90D960-A835-F9B8-D156-79F851A72C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3" b="28917"/>
          <a:stretch>
            <a:fillRect/>
          </a:stretch>
        </p:blipFill>
        <p:spPr>
          <a:xfrm>
            <a:off x="3410952" y="-3"/>
            <a:ext cx="5733047" cy="27610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6193259-21FC-96CE-B54E-27407A3AD8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" b="16472"/>
          <a:stretch>
            <a:fillRect/>
          </a:stretch>
        </p:blipFill>
        <p:spPr>
          <a:xfrm>
            <a:off x="3410953" y="2761056"/>
            <a:ext cx="5733047" cy="238244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7FA111-3938-FF42-3C0D-DF2C01904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36414"/>
            <a:ext cx="4046934" cy="179070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sz="3800" b="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Prototipo Inicial del Software</a:t>
            </a:r>
            <a:endParaRPr lang="en-US" sz="38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2761056"/>
            <a:ext cx="851534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3921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F85E6C-3987-3CA6-42CB-B4AC9EAA7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¿Qué aprenderemos en este desafío?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46870B9-2B92-D71C-6C1A-D13F1CC181B4}"/>
              </a:ext>
            </a:extLst>
          </p:cNvPr>
          <p:cNvSpPr txBox="1"/>
          <p:nvPr/>
        </p:nvSpPr>
        <p:spPr>
          <a:xfrm>
            <a:off x="0" y="1005417"/>
            <a:ext cx="9080501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 </a:t>
            </a:r>
            <a:r>
              <a:rPr lang="en-US" err="1"/>
              <a:t>través</a:t>
            </a:r>
            <a:r>
              <a:rPr lang="en-US"/>
              <a:t> del </a:t>
            </a:r>
            <a:r>
              <a:rPr lang="en-US" err="1"/>
              <a:t>desarrollo</a:t>
            </a:r>
            <a:r>
              <a:rPr lang="en-US"/>
              <a:t> de </a:t>
            </a:r>
            <a:r>
              <a:rPr lang="en-US" err="1"/>
              <a:t>este</a:t>
            </a:r>
            <a:r>
              <a:rPr lang="en-US"/>
              <a:t> </a:t>
            </a:r>
            <a:r>
              <a:rPr lang="en-US" err="1"/>
              <a:t>proyecto</a:t>
            </a:r>
            <a:r>
              <a:rPr lang="en-US"/>
              <a:t>, el </a:t>
            </a:r>
            <a:r>
              <a:rPr lang="en-US" err="1"/>
              <a:t>equipo</a:t>
            </a:r>
            <a:r>
              <a:rPr lang="en-US"/>
              <a:t> </a:t>
            </a:r>
            <a:r>
              <a:rPr lang="en-US" err="1"/>
              <a:t>fortalecerá</a:t>
            </a:r>
            <a:r>
              <a:rPr lang="en-US"/>
              <a:t> la </a:t>
            </a:r>
            <a:r>
              <a:rPr lang="en-US" err="1"/>
              <a:t>capacidad</a:t>
            </a:r>
            <a:r>
              <a:rPr lang="en-US"/>
              <a:t> de </a:t>
            </a:r>
            <a:r>
              <a:rPr lang="en-US" err="1"/>
              <a:t>coordinar</a:t>
            </a:r>
            <a:r>
              <a:rPr lang="en-US"/>
              <a:t> y </a:t>
            </a:r>
            <a:r>
              <a:rPr lang="en-US" err="1"/>
              <a:t>ejecutar</a:t>
            </a:r>
            <a:r>
              <a:rPr lang="en-US"/>
              <a:t> un </a:t>
            </a:r>
            <a:r>
              <a:rPr lang="en-US" err="1"/>
              <a:t>trabajo</a:t>
            </a:r>
            <a:r>
              <a:rPr lang="en-US"/>
              <a:t> </a:t>
            </a:r>
            <a:r>
              <a:rPr lang="en-US" err="1"/>
              <a:t>colaborativo</a:t>
            </a:r>
            <a:r>
              <a:rPr lang="en-US"/>
              <a:t> </a:t>
            </a:r>
            <a:r>
              <a:rPr lang="en-US" err="1"/>
              <a:t>complejo</a:t>
            </a:r>
            <a:r>
              <a:rPr lang="en-US"/>
              <a:t>, </a:t>
            </a:r>
            <a:r>
              <a:rPr lang="en-US" err="1"/>
              <a:t>aplicando</a:t>
            </a:r>
            <a:r>
              <a:rPr lang="en-US"/>
              <a:t> </a:t>
            </a:r>
            <a:r>
              <a:rPr lang="en-US" err="1"/>
              <a:t>metodologías</a:t>
            </a:r>
            <a:r>
              <a:rPr lang="en-US"/>
              <a:t> </a:t>
            </a:r>
            <a:r>
              <a:rPr lang="en-US" err="1"/>
              <a:t>ágiles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Scrum para la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tiempos</a:t>
            </a:r>
            <a:r>
              <a:rPr lang="en-US"/>
              <a:t> y control de </a:t>
            </a:r>
            <a:r>
              <a:rPr lang="en-US" err="1"/>
              <a:t>versiones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GitHub. </a:t>
            </a:r>
            <a:r>
              <a:rPr lang="en-US" err="1"/>
              <a:t>Enfrentar</a:t>
            </a:r>
            <a:r>
              <a:rPr lang="en-US"/>
              <a:t> un </a:t>
            </a:r>
            <a:r>
              <a:rPr lang="en-US" err="1"/>
              <a:t>caso</a:t>
            </a:r>
            <a:r>
              <a:rPr lang="en-US"/>
              <a:t> de </a:t>
            </a:r>
            <a:r>
              <a:rPr lang="en-US" err="1"/>
              <a:t>uso</a:t>
            </a:r>
            <a:r>
              <a:rPr lang="en-US"/>
              <a:t> real </a:t>
            </a:r>
            <a:r>
              <a:rPr lang="en-US" err="1"/>
              <a:t>nos</a:t>
            </a:r>
            <a:r>
              <a:rPr lang="en-US"/>
              <a:t> </a:t>
            </a:r>
            <a:r>
              <a:rPr lang="en-US" err="1"/>
              <a:t>permitirá</a:t>
            </a:r>
            <a:r>
              <a:rPr lang="en-US"/>
              <a:t> </a:t>
            </a:r>
            <a:r>
              <a:rPr lang="en-US" err="1"/>
              <a:t>adquirir</a:t>
            </a:r>
            <a:r>
              <a:rPr lang="en-US"/>
              <a:t> </a:t>
            </a:r>
            <a:r>
              <a:rPr lang="en-US" err="1"/>
              <a:t>experiencia</a:t>
            </a:r>
            <a:r>
              <a:rPr lang="en-US"/>
              <a:t> </a:t>
            </a:r>
            <a:r>
              <a:rPr lang="en-US" err="1"/>
              <a:t>directa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problemas</a:t>
            </a:r>
            <a:r>
              <a:rPr lang="en-US"/>
              <a:t> de </a:t>
            </a:r>
            <a:r>
              <a:rPr lang="en-US" err="1"/>
              <a:t>arquitectura</a:t>
            </a:r>
            <a:r>
              <a:rPr lang="en-US"/>
              <a:t> de software, </a:t>
            </a:r>
            <a:r>
              <a:rPr lang="en-US" err="1"/>
              <a:t>manejo</a:t>
            </a:r>
            <a:r>
              <a:rPr lang="en-US"/>
              <a:t> de </a:t>
            </a:r>
            <a:r>
              <a:rPr lang="en-US" err="1"/>
              <a:t>llamadas</a:t>
            </a:r>
            <a:r>
              <a:rPr lang="en-US"/>
              <a:t> </a:t>
            </a:r>
            <a:r>
              <a:rPr lang="en-US" err="1"/>
              <a:t>asíncronas</a:t>
            </a:r>
            <a:r>
              <a:rPr lang="en-US"/>
              <a:t>, </a:t>
            </a:r>
            <a:r>
              <a:rPr lang="en-US" i="1"/>
              <a:t>webhooks</a:t>
            </a:r>
            <a:r>
              <a:rPr lang="en-US"/>
              <a:t> y </a:t>
            </a:r>
            <a:r>
              <a:rPr lang="en-US" err="1"/>
              <a:t>consumo</a:t>
            </a:r>
            <a:r>
              <a:rPr lang="en-US"/>
              <a:t> de APIs </a:t>
            </a:r>
            <a:r>
              <a:rPr lang="en-US" err="1"/>
              <a:t>externas</a:t>
            </a:r>
            <a:r>
              <a:rPr lang="en-US"/>
              <a:t>.</a:t>
            </a:r>
          </a:p>
          <a:p>
            <a:r>
              <a:rPr lang="en-US" err="1"/>
              <a:t>Asimismo</a:t>
            </a:r>
            <a:r>
              <a:rPr lang="en-US"/>
              <a:t>, </a:t>
            </a:r>
            <a:r>
              <a:rPr lang="en-US" err="1"/>
              <a:t>profundizaremos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uso</a:t>
            </a:r>
            <a:r>
              <a:rPr lang="en-US"/>
              <a:t> e </a:t>
            </a:r>
            <a:r>
              <a:rPr lang="en-US" err="1"/>
              <a:t>integración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</a:t>
            </a:r>
            <a:r>
              <a:rPr lang="en-US" err="1"/>
              <a:t>vanguardia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la API de Gemini y OpenCV para el </a:t>
            </a:r>
            <a:r>
              <a:rPr lang="en-US" err="1"/>
              <a:t>procesamiento</a:t>
            </a:r>
            <a:r>
              <a:rPr lang="en-US"/>
              <a:t> de </a:t>
            </a:r>
            <a:r>
              <a:rPr lang="en-US" err="1"/>
              <a:t>imágenes</a:t>
            </a:r>
            <a:r>
              <a:rPr lang="en-US"/>
              <a:t>, </a:t>
            </a:r>
            <a:r>
              <a:rPr lang="en-US" err="1"/>
              <a:t>combinadas</a:t>
            </a:r>
            <a:r>
              <a:rPr lang="en-US"/>
              <a:t> con la </a:t>
            </a:r>
            <a:r>
              <a:rPr lang="en-US" err="1"/>
              <a:t>implementación</a:t>
            </a:r>
            <a:r>
              <a:rPr lang="en-US"/>
              <a:t> de </a:t>
            </a:r>
            <a:r>
              <a:rPr lang="en-US" err="1"/>
              <a:t>pasarelas</a:t>
            </a:r>
            <a:r>
              <a:rPr lang="en-US"/>
              <a:t> de </a:t>
            </a:r>
            <a:r>
              <a:rPr lang="en-US" err="1"/>
              <a:t>pago</a:t>
            </a:r>
            <a:r>
              <a:rPr lang="en-US"/>
              <a:t> </a:t>
            </a:r>
            <a:r>
              <a:rPr lang="en-US" err="1"/>
              <a:t>seguras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un backend </a:t>
            </a:r>
            <a:r>
              <a:rPr lang="en-US" err="1"/>
              <a:t>distribuido</a:t>
            </a:r>
            <a:r>
              <a:rPr lang="en-US"/>
              <a:t>. Este </a:t>
            </a:r>
            <a:r>
              <a:rPr lang="en-US" err="1"/>
              <a:t>desafío</a:t>
            </a:r>
            <a:r>
              <a:rPr lang="en-US"/>
              <a:t> </a:t>
            </a:r>
            <a:r>
              <a:rPr lang="en-US" err="1"/>
              <a:t>consolidará</a:t>
            </a:r>
            <a:r>
              <a:rPr lang="en-US"/>
              <a:t> </a:t>
            </a:r>
            <a:r>
              <a:rPr lang="en-US" err="1"/>
              <a:t>nuestras</a:t>
            </a:r>
            <a:r>
              <a:rPr lang="en-US"/>
              <a:t> </a:t>
            </a:r>
            <a:r>
              <a:rPr lang="en-US" err="1"/>
              <a:t>competencias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desarrollo</a:t>
            </a:r>
            <a:r>
              <a:rPr lang="en-US"/>
              <a:t> Full-Stack y la </a:t>
            </a:r>
            <a:r>
              <a:rPr lang="en-US" err="1"/>
              <a:t>aplicación</a:t>
            </a:r>
            <a:r>
              <a:rPr lang="en-US"/>
              <a:t> de </a:t>
            </a:r>
            <a:r>
              <a:rPr lang="en-US" err="1"/>
              <a:t>estándares</a:t>
            </a:r>
            <a:r>
              <a:rPr lang="en-US"/>
              <a:t> de </a:t>
            </a:r>
            <a:r>
              <a:rPr lang="en-US" err="1"/>
              <a:t>calidad</a:t>
            </a:r>
            <a:r>
              <a:rPr lang="en-US"/>
              <a:t>, </a:t>
            </a:r>
            <a:r>
              <a:rPr lang="en-US" err="1"/>
              <a:t>preparándonos</a:t>
            </a:r>
            <a:r>
              <a:rPr lang="en-US"/>
              <a:t> para </a:t>
            </a:r>
            <a:r>
              <a:rPr lang="en-US" err="1"/>
              <a:t>diseñar</a:t>
            </a:r>
            <a:r>
              <a:rPr lang="en-US"/>
              <a:t> e </a:t>
            </a:r>
            <a:r>
              <a:rPr lang="en-US" err="1"/>
              <a:t>implementar</a:t>
            </a:r>
            <a:r>
              <a:rPr lang="en-US"/>
              <a:t> </a:t>
            </a:r>
            <a:r>
              <a:rPr lang="en-US" err="1"/>
              <a:t>soluciones</a:t>
            </a:r>
            <a:r>
              <a:rPr lang="en-US"/>
              <a:t> </a:t>
            </a:r>
            <a:r>
              <a:rPr lang="en-US" err="1"/>
              <a:t>informáticas</a:t>
            </a:r>
            <a:r>
              <a:rPr lang="en-US"/>
              <a:t> </a:t>
            </a:r>
            <a:r>
              <a:rPr lang="en-US" err="1"/>
              <a:t>escalables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entorno</a:t>
            </a:r>
            <a:r>
              <a:rPr lang="en-US"/>
              <a:t> </a:t>
            </a:r>
            <a:r>
              <a:rPr lang="en-US" err="1"/>
              <a:t>profesional</a:t>
            </a:r>
            <a:r>
              <a:rPr lang="en-US"/>
              <a:t>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3202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8C078-D3BC-F041-5854-DB8A88A98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0"/>
              <a:t>Conclusión</a:t>
            </a:r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D0EE71B-8237-7404-DDB2-EEF8C7A4F10F}"/>
              </a:ext>
            </a:extLst>
          </p:cNvPr>
          <p:cNvSpPr txBox="1"/>
          <p:nvPr/>
        </p:nvSpPr>
        <p:spPr>
          <a:xfrm>
            <a:off x="0" y="977195"/>
            <a:ext cx="9144000" cy="18229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El proyecto </a:t>
            </a:r>
            <a:r>
              <a:rPr lang="en-US" i="1"/>
              <a:t>El Rincón del Dualista</a:t>
            </a:r>
            <a:r>
              <a:rPr lang="en-US"/>
              <a:t> representa una solución fundamental para formalizar y aportar seguridad a un mercado emergente que mueve un volumen económico significativo pero carece de infraestructura técnica local. Su impacto directo radica en transparentar los costos en pesos chilenos y eliminar por completo las estafas en transacciones regionales mediante la custodia de pagos. Como equipo, aspiramos a consolidar nuestras competencias de egreso en Ingeniería en Informática al desplegar un software robusto, eficiente y escalable. Para comenzar formalmente el desarrollo, el siguiente paso será iniciar la Fase 1 enfocada en el diseño de la arquitectura del sistema y el modelado de la base de datos en Supabase.</a:t>
            </a: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8995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2472" y="0"/>
            <a:ext cx="917647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10</Slides>
  <Notes>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El rincón del duelista </vt:lpstr>
      <vt:lpstr>Contexto y Problemática </vt:lpstr>
      <vt:lpstr>Solución Propuesta</vt:lpstr>
      <vt:lpstr>Objetivos</vt:lpstr>
      <vt:lpstr>Metodología de Desarrollo y Planificación</vt:lpstr>
      <vt:lpstr>Herramientas de Trabajo</vt:lpstr>
      <vt:lpstr>Prototipo Inicial del Software</vt:lpstr>
      <vt:lpstr>¿Qué aprenderemos en este desafío?</vt:lpstr>
      <vt:lpstr>Conclusión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11</cp:revision>
  <dcterms:modified xsi:type="dcterms:W3CDTF">2026-08-20T12:48:24Z</dcterms:modified>
</cp:coreProperties>
</file>